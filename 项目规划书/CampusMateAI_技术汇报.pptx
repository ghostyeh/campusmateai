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svg" ContentType="image/svg+xml"/>
  <Override PartName="/ppt/presentation.xml" ContentType="application/vnd.openxmlformats-officedocument.presentationml.presentation.main+xml"/>
  <Override PartName="/docProps/core.xml" ContentType="application/vnd.openxmlformats-package.core-properties+xml"/>
  <Override PartName="/ppt/slides/slide1.xml" ContentType="application/vnd.openxmlformats-officedocument.presentationml.slide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slideMasters/slideMaster1.xml" ContentType="application/vnd.openxmlformats-officedocument.presentationml.slideMaster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notesMasters/notesMaster1.xml" ContentType="application/vnd.openxmlformats-officedocument.presentationml.notesMaster+xml"/>
  <Override PartName="/ppt/tableStyles.xml" ContentType="application/vnd.openxmlformats-officedocument.presentationml.tableStyle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2.xml" ContentType="application/vnd.openxmlformats-officedocument.theme+xml"/>
</Types>
</file>

<file path=_rels/.rels><?xml version="1.0" encoding="UTF-8" standalone="yes"?><Relationships xmlns="http://schemas.openxmlformats.org/package/2006/relationships"><Relationship Id="rId0" Type="http://schemas.openxmlformats.org/officeDocument/2006/relationships/officeDocument" Target="ppt/presentation.xml" /><Relationship Id="rId1" Type="http://schemas.openxmlformats.org/package/2006/relationships/metadata/core-properties" Target="docProps/core.xml" /><Relationship Id="rId2" Type="http://schemas.openxmlformats.org/officeDocument/2006/relationships/extended-properties" Target="docProps/app.xml" 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 firstSlideNum="1">
  <p:sldMasterIdLst>
    <p:sldMasterId id="2147483648" r:id="rId0"/>
  </p:sldMasterIdLst>
  <p:notesMasterIdLst>
    <p:notesMasterId r:id="rId10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  <p:ext uri="{FD5EFAAD-0ECE-453E-9831-46B23BE46B34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a="http://schemas.openxmlformats.org/drawing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1" Type="http://schemas.openxmlformats.org/officeDocument/2006/relationships/presProps" Target="presProps.xml" /><Relationship Id="rId0" Type="http://schemas.openxmlformats.org/officeDocument/2006/relationships/slideMaster" Target="slideMasters/slideMaster1.xml" /><Relationship Id="rId1" Type="http://schemas.openxmlformats.org/officeDocument/2006/relationships/slide" Target="slides/slide1.xml" /><Relationship Id="rId13" Type="http://schemas.openxmlformats.org/officeDocument/2006/relationships/viewProps" Target="viewProps.xml" /><Relationship Id="rId10" Type="http://schemas.openxmlformats.org/officeDocument/2006/relationships/notesMaster" Target="notesMasters/notesMaster1.xml" /><Relationship Id="rId12" Type="http://schemas.openxmlformats.org/officeDocument/2006/relationships/tableStyles" Target="tableStyles.xml" /><Relationship Id="rId2" Type="http://schemas.openxmlformats.org/officeDocument/2006/relationships/slide" Target="slides/slide2.xml" /><Relationship Id="rId3" Type="http://schemas.openxmlformats.org/officeDocument/2006/relationships/slide" Target="slides/slide3.xml" /><Relationship Id="rId4" Type="http://schemas.openxmlformats.org/officeDocument/2006/relationships/slide" Target="slides/slide4.xml" /><Relationship Id="rId5" Type="http://schemas.openxmlformats.org/officeDocument/2006/relationships/slide" Target="slides/slide5.xml" /><Relationship Id="rId6" Type="http://schemas.openxmlformats.org/officeDocument/2006/relationships/slide" Target="slides/slide6.xml" /><Relationship Id="rId7" Type="http://schemas.openxmlformats.org/officeDocument/2006/relationships/slide" Target="slides/slide7.xml" /><Relationship Id="rId8" Type="http://schemas.openxmlformats.org/officeDocument/2006/relationships/slide" Target="slides/slide8.xml" /><Relationship Id="rId9" Type="http://schemas.openxmlformats.org/officeDocument/2006/relationships/slide" Target="slides/slide9.xml" /></Relationships>
</file>

<file path=ppt/notesMasters/_rels/notesMaster1.xml.rels><?xml version="1.0" encoding="UTF-8" standalone="yes"?><Relationships xmlns="http://schemas.openxmlformats.org/package/2006/relationships"><Relationship Id="rId0" Type="http://schemas.openxmlformats.org/officeDocument/2006/relationships/theme" Target="../theme/theme2.xml" /></Relationships>
</file>

<file path=ppt/notesMasters/notesMaster1.xml><?xml version="1.0" encoding="utf-8"?>
<p:notesMaster xmlns:p="http://schemas.openxmlformats.org/presentationml/2006/main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p="http://schemas.openxmlformats.org/presentationml/2006/main" xmlns:a="http://schemas.openxmlformats.org/drawing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theme" Target="../theme/theme1.xml" /></Relationships>
</file>

<file path=ppt/slideMasters/slideMaster1.xml><?xml version="1.0" encoding="utf-8"?>
<p:sldMaster xmlns:p="http://schemas.openxmlformats.org/presentationml/2006/main" xmlns:r="http://schemas.openxmlformats.org/officeDocument/2006/relationships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.svg" /><Relationship Id="rId2" Type="http://schemas.openxmlformats.org/officeDocument/2006/relationships/image" Target="media/image2.svg" /></Relationships>
</file>

<file path=ppt/slides/_rels/slide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3.svg" /></Relationships>
</file>

<file path=ppt/slides/_rels/slide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4.svg" /><Relationship Id="rId2" Type="http://schemas.openxmlformats.org/officeDocument/2006/relationships/image" Target="media/image5.svg" /></Relationships>
</file>

<file path=ppt/slides/_rels/slide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2" Type="http://schemas.openxmlformats.org/officeDocument/2006/relationships/image" Target="media/image7.svg" /><Relationship Id="rId1" Type="http://schemas.openxmlformats.org/officeDocument/2006/relationships/image" Target="media/image6.svg" /></Relationships>
</file>

<file path=ppt/slides/_rels/slide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8.svg" /></Relationships>
</file>

<file path=ppt/slides/_rels/slide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9.svg" /><Relationship Id="rId2" Type="http://schemas.openxmlformats.org/officeDocument/2006/relationships/image" Target="media/image10.svg" /></Relationships>
</file>

<file path=ppt/slides/_rels/slide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6.svg" /><Relationship Id="rId2" Type="http://schemas.openxmlformats.org/officeDocument/2006/relationships/image" Target="media/image11.svg" /><Relationship Id="rId3" Type="http://schemas.openxmlformats.org/officeDocument/2006/relationships/image" Target="media/image12.svg" 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image" Target="media/image13.svg" /><Relationship Id="rId0" Type="http://schemas.openxmlformats.org/officeDocument/2006/relationships/slideLayout" Target="../slideLayouts/slideLayout1.xml" /></Relationships>
</file>

<file path=ppt/slides/slide1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B2545"/>
          </a:solidFill>
          <a:ln/>
        </p:spPr>
        <p:txBody>
          <a:bodyPr/>
          <a:p>
            <a:pPr/>
            <a:endParaRPr/>
          </a:p>
        </p:txBody>
      </p:sp>
      <p:sp>
        <p:nvSpPr>
          <p:cNvPr id="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B2545"/>
              </a:gs>
              <a:gs pos="55000">
                <a:srgbClr val="103A5C"/>
              </a:gs>
              <a:gs pos="100000">
                <a:srgbClr val="0E7490"/>
              </a:gs>
            </a:gsLst>
            <a:lin ang="2700000" scaled="1"/>
          </a:gradFill>
          <a:ln/>
        </p:spPr>
        <p:txBody>
          <a:bodyPr/>
          <a:p>
            <a:pPr/>
            <a:endParaRPr/>
          </a:p>
        </p:txBody>
      </p:sp>
      <p:sp>
        <p:nvSpPr>
          <p:cNvPr id="4" name=""/>
          <p:cNvSpPr/>
          <p:nvPr/>
        </p:nvSpPr>
        <p:spPr>
          <a:xfrm rot="0" flipH="0" flipV="0">
            <a:off x="7239000" y="-2857500"/>
            <a:ext cx="7239000" cy="7239000"/>
          </a:xfrm>
          <a:custGeom>
            <a:pathLst>
              <a:path w="760" h="760">
                <a:moveTo>
                  <a:pt x="520" y="733"/>
                </a:moveTo>
                <a:lnTo>
                  <a:pt x="519" y="734"/>
                </a:lnTo>
                <a:lnTo>
                  <a:pt x="511" y="737"/>
                </a:lnTo>
                <a:lnTo>
                  <a:pt x="502" y="740"/>
                </a:lnTo>
                <a:lnTo>
                  <a:pt x="493" y="743"/>
                </a:lnTo>
                <a:lnTo>
                  <a:pt x="484" y="746"/>
                </a:lnTo>
                <a:lnTo>
                  <a:pt x="475" y="748"/>
                </a:lnTo>
                <a:lnTo>
                  <a:pt x="466" y="750"/>
                </a:lnTo>
                <a:lnTo>
                  <a:pt x="457" y="752"/>
                </a:lnTo>
                <a:lnTo>
                  <a:pt x="447" y="754"/>
                </a:lnTo>
                <a:lnTo>
                  <a:pt x="438" y="756"/>
                </a:lnTo>
                <a:lnTo>
                  <a:pt x="428" y="757"/>
                </a:lnTo>
                <a:lnTo>
                  <a:pt x="419" y="758"/>
                </a:lnTo>
                <a:lnTo>
                  <a:pt x="409" y="759"/>
                </a:lnTo>
                <a:lnTo>
                  <a:pt x="400" y="760"/>
                </a:lnTo>
                <a:lnTo>
                  <a:pt x="390" y="760"/>
                </a:lnTo>
                <a:lnTo>
                  <a:pt x="380" y="760"/>
                </a:lnTo>
                <a:lnTo>
                  <a:pt x="370" y="760"/>
                </a:lnTo>
                <a:lnTo>
                  <a:pt x="360" y="760"/>
                </a:lnTo>
                <a:lnTo>
                  <a:pt x="351" y="759"/>
                </a:lnTo>
                <a:lnTo>
                  <a:pt x="341" y="758"/>
                </a:lnTo>
                <a:lnTo>
                  <a:pt x="332" y="757"/>
                </a:lnTo>
                <a:lnTo>
                  <a:pt x="322" y="756"/>
                </a:lnTo>
                <a:lnTo>
                  <a:pt x="313" y="754"/>
                </a:lnTo>
                <a:lnTo>
                  <a:pt x="303" y="752"/>
                </a:lnTo>
                <a:lnTo>
                  <a:pt x="294" y="750"/>
                </a:lnTo>
                <a:lnTo>
                  <a:pt x="285" y="748"/>
                </a:lnTo>
                <a:lnTo>
                  <a:pt x="276" y="746"/>
                </a:lnTo>
                <a:lnTo>
                  <a:pt x="267" y="743"/>
                </a:lnTo>
                <a:lnTo>
                  <a:pt x="258" y="740"/>
                </a:lnTo>
                <a:lnTo>
                  <a:pt x="249" y="737"/>
                </a:lnTo>
                <a:lnTo>
                  <a:pt x="241" y="734"/>
                </a:lnTo>
                <a:lnTo>
                  <a:pt x="232" y="730"/>
                </a:lnTo>
                <a:lnTo>
                  <a:pt x="224" y="726"/>
                </a:lnTo>
                <a:lnTo>
                  <a:pt x="215" y="723"/>
                </a:lnTo>
                <a:lnTo>
                  <a:pt x="207" y="718"/>
                </a:lnTo>
                <a:lnTo>
                  <a:pt x="199" y="714"/>
                </a:lnTo>
                <a:lnTo>
                  <a:pt x="191" y="710"/>
                </a:lnTo>
                <a:lnTo>
                  <a:pt x="183" y="705"/>
                </a:lnTo>
                <a:lnTo>
                  <a:pt x="175" y="700"/>
                </a:lnTo>
                <a:lnTo>
                  <a:pt x="168" y="695"/>
                </a:lnTo>
                <a:lnTo>
                  <a:pt x="160" y="690"/>
                </a:lnTo>
                <a:lnTo>
                  <a:pt x="153" y="684"/>
                </a:lnTo>
                <a:lnTo>
                  <a:pt x="145" y="679"/>
                </a:lnTo>
                <a:lnTo>
                  <a:pt x="138" y="673"/>
                </a:lnTo>
                <a:lnTo>
                  <a:pt x="131" y="667"/>
                </a:lnTo>
                <a:lnTo>
                  <a:pt x="125" y="661"/>
                </a:lnTo>
                <a:lnTo>
                  <a:pt x="118" y="655"/>
                </a:lnTo>
                <a:lnTo>
                  <a:pt x="111" y="649"/>
                </a:lnTo>
                <a:lnTo>
                  <a:pt x="105" y="642"/>
                </a:lnTo>
                <a:lnTo>
                  <a:pt x="99" y="635"/>
                </a:lnTo>
                <a:lnTo>
                  <a:pt x="93" y="629"/>
                </a:lnTo>
                <a:lnTo>
                  <a:pt x="87" y="622"/>
                </a:lnTo>
                <a:lnTo>
                  <a:pt x="81" y="615"/>
                </a:lnTo>
                <a:lnTo>
                  <a:pt x="76" y="607"/>
                </a:lnTo>
                <a:lnTo>
                  <a:pt x="70" y="600"/>
                </a:lnTo>
                <a:lnTo>
                  <a:pt x="65" y="592"/>
                </a:lnTo>
                <a:lnTo>
                  <a:pt x="60" y="585"/>
                </a:lnTo>
                <a:lnTo>
                  <a:pt x="55" y="577"/>
                </a:lnTo>
                <a:lnTo>
                  <a:pt x="50" y="569"/>
                </a:lnTo>
                <a:lnTo>
                  <a:pt x="46" y="561"/>
                </a:lnTo>
                <a:lnTo>
                  <a:pt x="42" y="553"/>
                </a:lnTo>
                <a:lnTo>
                  <a:pt x="37" y="545"/>
                </a:lnTo>
                <a:lnTo>
                  <a:pt x="34" y="536"/>
                </a:lnTo>
                <a:lnTo>
                  <a:pt x="30" y="528"/>
                </a:lnTo>
                <a:lnTo>
                  <a:pt x="26" y="519"/>
                </a:lnTo>
                <a:lnTo>
                  <a:pt x="23" y="511"/>
                </a:lnTo>
                <a:lnTo>
                  <a:pt x="20" y="502"/>
                </a:lnTo>
                <a:lnTo>
                  <a:pt x="17" y="493"/>
                </a:lnTo>
                <a:lnTo>
                  <a:pt x="14" y="484"/>
                </a:lnTo>
                <a:lnTo>
                  <a:pt x="12" y="475"/>
                </a:lnTo>
                <a:lnTo>
                  <a:pt x="10" y="466"/>
                </a:lnTo>
                <a:lnTo>
                  <a:pt x="8" y="457"/>
                </a:lnTo>
                <a:lnTo>
                  <a:pt x="6" y="447"/>
                </a:lnTo>
                <a:lnTo>
                  <a:pt x="4" y="438"/>
                </a:lnTo>
                <a:lnTo>
                  <a:pt x="3" y="428"/>
                </a:lnTo>
                <a:lnTo>
                  <a:pt x="2" y="419"/>
                </a:lnTo>
                <a:lnTo>
                  <a:pt x="1" y="409"/>
                </a:lnTo>
                <a:lnTo>
                  <a:pt x="0" y="400"/>
                </a:lnTo>
                <a:lnTo>
                  <a:pt x="0" y="390"/>
                </a:lnTo>
                <a:lnTo>
                  <a:pt x="0" y="380"/>
                </a:lnTo>
                <a:lnTo>
                  <a:pt x="0" y="370"/>
                </a:lnTo>
                <a:lnTo>
                  <a:pt x="0" y="360"/>
                </a:lnTo>
                <a:lnTo>
                  <a:pt x="1" y="351"/>
                </a:lnTo>
                <a:lnTo>
                  <a:pt x="2" y="341"/>
                </a:lnTo>
                <a:lnTo>
                  <a:pt x="3" y="332"/>
                </a:lnTo>
                <a:lnTo>
                  <a:pt x="4" y="322"/>
                </a:lnTo>
                <a:lnTo>
                  <a:pt x="6" y="313"/>
                </a:lnTo>
                <a:lnTo>
                  <a:pt x="8" y="303"/>
                </a:lnTo>
                <a:lnTo>
                  <a:pt x="8" y="300"/>
                </a:lnTo>
                <a:lnTo>
                  <a:pt x="520" y="300"/>
                </a:lnTo>
                <a:close/>
              </a:path>
            </a:pathLst>
          </a:custGeom>
          <a:solidFill>
            <a:srgbClr val="5FD3E8">
              <a:alpha val="12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5" name=""/>
          <p:cNvSpPr/>
          <p:nvPr/>
        </p:nvSpPr>
        <p:spPr>
          <a:xfrm rot="0" flipH="0" flipV="0">
            <a:off x="-1714500" y="3810000"/>
            <a:ext cx="6286500" cy="6286500"/>
          </a:xfrm>
          <a:custGeom>
            <a:pathLst>
              <a:path w="660" h="660">
                <a:moveTo>
                  <a:pt x="339" y="0"/>
                </a:moveTo>
                <a:lnTo>
                  <a:pt x="347" y="0"/>
                </a:lnTo>
                <a:lnTo>
                  <a:pt x="355" y="1"/>
                </a:lnTo>
                <a:lnTo>
                  <a:pt x="364" y="2"/>
                </a:lnTo>
                <a:lnTo>
                  <a:pt x="372" y="3"/>
                </a:lnTo>
                <a:lnTo>
                  <a:pt x="380" y="4"/>
                </a:lnTo>
                <a:lnTo>
                  <a:pt x="388" y="5"/>
                </a:lnTo>
                <a:lnTo>
                  <a:pt x="396" y="7"/>
                </a:lnTo>
                <a:lnTo>
                  <a:pt x="404" y="8"/>
                </a:lnTo>
                <a:lnTo>
                  <a:pt x="412" y="10"/>
                </a:lnTo>
                <a:lnTo>
                  <a:pt x="420" y="13"/>
                </a:lnTo>
                <a:lnTo>
                  <a:pt x="428" y="15"/>
                </a:lnTo>
                <a:lnTo>
                  <a:pt x="436" y="17"/>
                </a:lnTo>
                <a:lnTo>
                  <a:pt x="443" y="20"/>
                </a:lnTo>
                <a:lnTo>
                  <a:pt x="451" y="23"/>
                </a:lnTo>
                <a:lnTo>
                  <a:pt x="458" y="26"/>
                </a:lnTo>
                <a:lnTo>
                  <a:pt x="466" y="29"/>
                </a:lnTo>
                <a:lnTo>
                  <a:pt x="473" y="33"/>
                </a:lnTo>
                <a:lnTo>
                  <a:pt x="480" y="36"/>
                </a:lnTo>
                <a:lnTo>
                  <a:pt x="487" y="40"/>
                </a:lnTo>
                <a:lnTo>
                  <a:pt x="494" y="44"/>
                </a:lnTo>
                <a:lnTo>
                  <a:pt x="501" y="48"/>
                </a:lnTo>
                <a:lnTo>
                  <a:pt x="508" y="52"/>
                </a:lnTo>
                <a:lnTo>
                  <a:pt x="514" y="56"/>
                </a:lnTo>
                <a:lnTo>
                  <a:pt x="521" y="61"/>
                </a:lnTo>
                <a:lnTo>
                  <a:pt x="527" y="66"/>
                </a:lnTo>
                <a:lnTo>
                  <a:pt x="534" y="70"/>
                </a:lnTo>
                <a:lnTo>
                  <a:pt x="540" y="75"/>
                </a:lnTo>
                <a:lnTo>
                  <a:pt x="546" y="81"/>
                </a:lnTo>
                <a:lnTo>
                  <a:pt x="552" y="86"/>
                </a:lnTo>
                <a:lnTo>
                  <a:pt x="558" y="91"/>
                </a:lnTo>
                <a:lnTo>
                  <a:pt x="563" y="97"/>
                </a:lnTo>
                <a:lnTo>
                  <a:pt x="569" y="102"/>
                </a:lnTo>
                <a:lnTo>
                  <a:pt x="574" y="108"/>
                </a:lnTo>
                <a:lnTo>
                  <a:pt x="579" y="114"/>
                </a:lnTo>
                <a:lnTo>
                  <a:pt x="585" y="120"/>
                </a:lnTo>
                <a:lnTo>
                  <a:pt x="590" y="126"/>
                </a:lnTo>
                <a:lnTo>
                  <a:pt x="594" y="133"/>
                </a:lnTo>
                <a:lnTo>
                  <a:pt x="599" y="139"/>
                </a:lnTo>
                <a:lnTo>
                  <a:pt x="604" y="146"/>
                </a:lnTo>
                <a:lnTo>
                  <a:pt x="608" y="152"/>
                </a:lnTo>
                <a:lnTo>
                  <a:pt x="612" y="159"/>
                </a:lnTo>
                <a:lnTo>
                  <a:pt x="616" y="166"/>
                </a:lnTo>
                <a:lnTo>
                  <a:pt x="620" y="173"/>
                </a:lnTo>
                <a:lnTo>
                  <a:pt x="624" y="180"/>
                </a:lnTo>
                <a:lnTo>
                  <a:pt x="627" y="187"/>
                </a:lnTo>
                <a:lnTo>
                  <a:pt x="631" y="194"/>
                </a:lnTo>
                <a:lnTo>
                  <a:pt x="634" y="202"/>
                </a:lnTo>
                <a:lnTo>
                  <a:pt x="637" y="209"/>
                </a:lnTo>
                <a:lnTo>
                  <a:pt x="640" y="217"/>
                </a:lnTo>
                <a:lnTo>
                  <a:pt x="643" y="224"/>
                </a:lnTo>
                <a:lnTo>
                  <a:pt x="645" y="232"/>
                </a:lnTo>
                <a:lnTo>
                  <a:pt x="647" y="240"/>
                </a:lnTo>
                <a:lnTo>
                  <a:pt x="650" y="248"/>
                </a:lnTo>
                <a:lnTo>
                  <a:pt x="652" y="256"/>
                </a:lnTo>
                <a:lnTo>
                  <a:pt x="653" y="264"/>
                </a:lnTo>
                <a:lnTo>
                  <a:pt x="655" y="272"/>
                </a:lnTo>
                <a:lnTo>
                  <a:pt x="656" y="280"/>
                </a:lnTo>
                <a:lnTo>
                  <a:pt x="657" y="288"/>
                </a:lnTo>
                <a:lnTo>
                  <a:pt x="658" y="296"/>
                </a:lnTo>
                <a:lnTo>
                  <a:pt x="659" y="305"/>
                </a:lnTo>
                <a:lnTo>
                  <a:pt x="660" y="313"/>
                </a:lnTo>
                <a:lnTo>
                  <a:pt x="660" y="320"/>
                </a:lnTo>
                <a:lnTo>
                  <a:pt x="180" y="320"/>
                </a:lnTo>
                <a:lnTo>
                  <a:pt x="180" y="36"/>
                </a:lnTo>
                <a:lnTo>
                  <a:pt x="187" y="33"/>
                </a:lnTo>
                <a:lnTo>
                  <a:pt x="194" y="29"/>
                </a:lnTo>
                <a:lnTo>
                  <a:pt x="202" y="26"/>
                </a:lnTo>
                <a:lnTo>
                  <a:pt x="209" y="23"/>
                </a:lnTo>
                <a:lnTo>
                  <a:pt x="217" y="20"/>
                </a:lnTo>
                <a:lnTo>
                  <a:pt x="224" y="17"/>
                </a:lnTo>
                <a:lnTo>
                  <a:pt x="232" y="15"/>
                </a:lnTo>
                <a:lnTo>
                  <a:pt x="240" y="13"/>
                </a:lnTo>
                <a:lnTo>
                  <a:pt x="248" y="10"/>
                </a:lnTo>
                <a:lnTo>
                  <a:pt x="256" y="8"/>
                </a:lnTo>
                <a:lnTo>
                  <a:pt x="264" y="7"/>
                </a:lnTo>
                <a:lnTo>
                  <a:pt x="272" y="5"/>
                </a:lnTo>
                <a:lnTo>
                  <a:pt x="280" y="4"/>
                </a:lnTo>
                <a:lnTo>
                  <a:pt x="288" y="3"/>
                </a:lnTo>
                <a:lnTo>
                  <a:pt x="296" y="2"/>
                </a:lnTo>
                <a:lnTo>
                  <a:pt x="305" y="1"/>
                </a:lnTo>
                <a:lnTo>
                  <a:pt x="313" y="0"/>
                </a:lnTo>
                <a:lnTo>
                  <a:pt x="321" y="0"/>
                </a:lnTo>
                <a:lnTo>
                  <a:pt x="330" y="0"/>
                </a:lnTo>
                <a:close/>
              </a:path>
            </a:pathLst>
          </a:custGeom>
          <a:solidFill>
            <a:srgbClr val="FFFFFF">
              <a:alpha val="5000"/>
            </a:srgbClr>
          </a:solidFill>
          <a:ln/>
        </p:spPr>
        <p:txBody>
          <a:bodyPr/>
          <a:p>
            <a:pPr/>
            <a:endParaRPr/>
          </a:p>
        </p:txBody>
      </p:sp>
      <p:pic>
        <p:nvPicPr>
          <p:cNvPr id="6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  <p:sp>
        <p:nvSpPr>
          <p:cNvPr id="7" name=""/>
          <p:cNvSpPr/>
          <p:nvPr/>
        </p:nvSpPr>
        <p:spPr>
          <a:xfrm rot="0" flipH="0" flipV="0">
            <a:off x="609600" y="781050"/>
            <a:ext cx="247650" cy="28575"/>
          </a:xfrm>
          <a:prstGeom prst="roundRect">
            <a:avLst>
              <a:gd name="adj" fmla="val 66667"/>
            </a:avLst>
          </a:prstGeom>
          <a:solidFill>
            <a:srgbClr val="5FD3E8"/>
          </a:solidFill>
          <a:ln/>
        </p:spPr>
        <p:txBody>
          <a:bodyPr/>
          <a:p>
            <a:pPr/>
            <a:endParaRPr/>
          </a:p>
        </p:txBody>
      </p:sp>
      <p:sp>
        <p:nvSpPr>
          <p:cNvPr id="8" name="" descr="{&quot;isTemplate&quot;:true,&quot;type&quot;:&quot;text&quot;}"/>
          <p:cNvSpPr txBox="1"/>
          <p:nvPr/>
        </p:nvSpPr>
        <p:spPr>
          <a:xfrm rot="0" flipH="0" flipV="0">
            <a:off x="971550" y="704850"/>
            <a:ext cx="44577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 spc="188">
                <a:solidFill>
                  <a:srgbClr val="5FD3E8"/>
                </a:solidFill>
                <a:latin typeface="Microsoft YaHei"/>
                <a:ea typeface="Microsoft YaHei"/>
              </a:rPr>
              <a:t>科研系统汇报</a:t>
            </a:r>
            <a:r>
              <a:rPr lang="en-US" sz="1125" b="1" spc="188">
                <a:solidFill>
                  <a:srgbClr val="5FD3E8"/>
                </a:solidFill>
                <a:latin typeface="Microsoft YaHei"/>
                <a:ea typeface="Microsoft YaHei"/>
              </a:rPr>
              <a:t> · AGENT-DRIVEN LEARNING SYSTEM</a:t>
            </a:r>
            <a:endParaRPr/>
          </a:p>
        </p:txBody>
      </p:sp>
      <p:sp>
        <p:nvSpPr>
          <p:cNvPr id="9" name="" descr="{&quot;isTemplate&quot;:true,&quot;type&quot;:&quot;text&quot;}"/>
          <p:cNvSpPr txBox="1"/>
          <p:nvPr/>
        </p:nvSpPr>
        <p:spPr>
          <a:xfrm rot="0" flipH="0" flipV="0">
            <a:off x="609600" y="1085850"/>
            <a:ext cx="5867400" cy="914400"/>
          </a:xfrm>
          <a:prstGeom prst="rect"/>
        </p:spPr>
        <p:txBody>
          <a:bodyPr wrap="none" lIns="0" tIns="0" rIns="0" bIns="0"/>
          <a:p>
            <a:pPr>
              <a:lnSpc>
                <a:spcPct val="105000"/>
              </a:lnSpc>
            </a:pPr>
            <a:r>
              <a:rPr lang="en-US" sz="5700" b="1" spc="-112">
                <a:solidFill>
                  <a:srgbClr val="FFFFFF"/>
                </a:solidFill>
                <a:latin typeface="Microsoft YaHei"/>
                <a:ea typeface="Microsoft YaHei"/>
              </a:rPr>
              <a:t>CampusMateAI</a:t>
            </a:r>
            <a:endParaRPr/>
          </a:p>
        </p:txBody>
      </p:sp>
      <p:sp>
        <p:nvSpPr>
          <p:cNvPr id="10" name="" descr="{&quot;isTemplate&quot;:true,&quot;type&quot;:&quot;text&quot;}"/>
          <p:cNvSpPr txBox="1"/>
          <p:nvPr/>
        </p:nvSpPr>
        <p:spPr>
          <a:xfrm rot="0" flipH="0" flipV="0">
            <a:off x="609600" y="2152650"/>
            <a:ext cx="5867400" cy="51435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2550" b="1">
                <a:solidFill>
                  <a:srgbClr val="FFFFFF">
                    <a:alpha val="96000"/>
                  </a:srgbClr>
                </a:solidFill>
                <a:latin typeface="Microsoft YaHei"/>
                <a:ea typeface="Microsoft YaHei"/>
              </a:rPr>
              <a:t>从校园助手到</a:t>
            </a:r>
            <a:r>
              <a:rPr lang="en-US" sz="2550" b="1">
                <a:solidFill>
                  <a:srgbClr val="FFFFFF">
                    <a:alpha val="96000"/>
                  </a:srgbClr>
                </a:solidFill>
                <a:latin typeface="Microsoft YaHei"/>
                <a:ea typeface="Microsoft YaHei"/>
              </a:rPr>
              <a:t> AI </a:t>
            </a:r>
            <a:r>
              <a:rPr lang="zh-CN" sz="2550" b="1">
                <a:solidFill>
                  <a:srgbClr val="FFFFFF">
                    <a:alpha val="96000"/>
                  </a:srgbClr>
                </a:solidFill>
                <a:latin typeface="Microsoft YaHei"/>
                <a:ea typeface="Microsoft YaHei"/>
              </a:rPr>
              <a:t>学习伙伴</a:t>
            </a:r>
            <a:endParaRPr/>
          </a:p>
        </p:txBody>
      </p:sp>
      <p:sp>
        <p:nvSpPr>
          <p:cNvPr id="11" name="" descr="{&quot;isTemplate&quot;:true,&quot;type&quot;:&quot;text&quot;}"/>
          <p:cNvSpPr txBox="1"/>
          <p:nvPr/>
        </p:nvSpPr>
        <p:spPr>
          <a:xfrm rot="0" flipH="0" flipV="0">
            <a:off x="609600" y="2781300"/>
            <a:ext cx="5867400" cy="3810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650">
                <a:solidFill>
                  <a:srgbClr val="FFFFFF">
                    <a:alpha val="68000"/>
                  </a:srgbClr>
                </a:solidFill>
                <a:latin typeface="Microsoft YaHei"/>
                <a:ea typeface="Microsoft YaHei"/>
              </a:rPr>
              <a:t>面向高校学生的</a:t>
            </a:r>
            <a:r>
              <a:rPr lang="en-US" sz="1650">
                <a:solidFill>
                  <a:srgbClr val="FFFFFF">
                    <a:alpha val="68000"/>
                  </a:srgbClr>
                </a:solidFill>
                <a:latin typeface="Microsoft YaHei"/>
                <a:ea typeface="Microsoft YaHei"/>
              </a:rPr>
              <a:t> Agent </a:t>
            </a:r>
            <a:r>
              <a:rPr lang="zh-CN" sz="1650">
                <a:solidFill>
                  <a:srgbClr val="FFFFFF">
                    <a:alpha val="68000"/>
                  </a:srgbClr>
                </a:solidFill>
                <a:latin typeface="Microsoft YaHei"/>
                <a:ea typeface="Microsoft YaHei"/>
              </a:rPr>
              <a:t>驱动个性化学习系统</a:t>
            </a:r>
            <a:endParaRPr/>
          </a:p>
        </p:txBody>
      </p:sp>
      <p:sp>
        <p:nvSpPr>
          <p:cNvPr id="12" name=""/>
          <p:cNvSpPr/>
          <p:nvPr/>
        </p:nvSpPr>
        <p:spPr>
          <a:xfrm rot="0" flipH="0" flipV="0">
            <a:off x="609600" y="3448050"/>
            <a:ext cx="838200" cy="28575"/>
          </a:xfrm>
          <a:prstGeom prst="roundRect">
            <a:avLst>
              <a:gd name="adj" fmla="val 66667"/>
            </a:avLst>
          </a:prstGeom>
          <a:solidFill>
            <a:srgbClr val="5FD3E8"/>
          </a:solidFill>
          <a:ln/>
        </p:spPr>
        <p:txBody>
          <a:bodyPr/>
          <a:p>
            <a:pPr/>
            <a:endParaRPr/>
          </a:p>
        </p:txBody>
      </p:sp>
      <p:sp>
        <p:nvSpPr>
          <p:cNvPr id="13" name="" descr="{&quot;isTemplate&quot;:true,&quot;type&quot;:&quot;text&quot;}"/>
          <p:cNvSpPr txBox="1"/>
          <p:nvPr/>
        </p:nvSpPr>
        <p:spPr>
          <a:xfrm rot="0" flipH="0" flipV="0">
            <a:off x="609600" y="3724275"/>
            <a:ext cx="5391150" cy="895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8000"/>
              </a:lnSpc>
            </a:pPr>
            <a:r>
              <a:rPr lang="zh-CN" sz="1650">
                <a:solidFill>
                  <a:srgbClr val="FFFFFF">
                    <a:alpha val="86000"/>
                  </a:srgbClr>
                </a:solidFill>
                <a:latin typeface="Microsoft YaHei"/>
                <a:ea typeface="Microsoft YaHei"/>
              </a:rPr>
              <a:t>通过学习事件建模理解学生状态，通过智能体推理生成个性化学习干预。</a:t>
            </a:r>
            <a:endParaRPr/>
          </a:p>
        </p:txBody>
      </p:sp>
      <p:sp>
        <p:nvSpPr>
          <p:cNvPr id="14" name=""/>
          <p:cNvSpPr/>
          <p:nvPr/>
        </p:nvSpPr>
        <p:spPr>
          <a:xfrm rot="0" flipH="0" flipV="0">
            <a:off x="609600" y="4867275"/>
            <a:ext cx="695325" cy="304800"/>
          </a:xfrm>
          <a:prstGeom prst="roundRect">
            <a:avLst>
              <a:gd name="adj" fmla="val 50000"/>
            </a:avLst>
          </a:prstGeom>
          <a:solidFill>
            <a:srgbClr val="5FD3E8">
              <a:alpha val="16000"/>
            </a:srgbClr>
          </a:solidFill>
          <a:ln w="12700">
            <a:solidFill>
              <a:srgbClr val="5FD3E8">
                <a:alpha val="50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5" name="" descr="{&quot;isTemplate&quot;:true,&quot;type&quot;:&quot;text&quot;}"/>
          <p:cNvSpPr txBox="1"/>
          <p:nvPr/>
        </p:nvSpPr>
        <p:spPr>
          <a:xfrm rot="0" flipH="0" flipV="0">
            <a:off x="742950" y="4933950"/>
            <a:ext cx="4286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5FD3E8"/>
                </a:solidFill>
                <a:latin typeface="Microsoft YaHei"/>
                <a:ea typeface="Microsoft YaHei"/>
              </a:rPr>
              <a:t>双创新</a:t>
            </a:r>
            <a:endParaRPr/>
          </a:p>
        </p:txBody>
      </p:sp>
      <p:sp>
        <p:nvSpPr>
          <p:cNvPr id="16" name=""/>
          <p:cNvSpPr/>
          <p:nvPr/>
        </p:nvSpPr>
        <p:spPr>
          <a:xfrm rot="0" flipH="0" flipV="0">
            <a:off x="1400175" y="4867275"/>
            <a:ext cx="2095500" cy="304800"/>
          </a:xfrm>
          <a:prstGeom prst="roundRect">
            <a:avLst>
              <a:gd name="adj" fmla="val 50000"/>
            </a:avLst>
          </a:prstGeom>
          <a:ln w="12700">
            <a:solidFill>
              <a:srgbClr val="FFFFFF">
                <a:alpha val="24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7" name="" descr="{&quot;isTemplate&quot;:true,&quot;type&quot;:&quot;text&quot;}"/>
          <p:cNvSpPr txBox="1"/>
          <p:nvPr/>
        </p:nvSpPr>
        <p:spPr>
          <a:xfrm rot="0" flipH="0" flipV="0">
            <a:off x="1533525" y="4933950"/>
            <a:ext cx="1828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FFFFFF">
                    <a:alpha val="86000"/>
                  </a:srgbClr>
                </a:solidFill>
                <a:latin typeface="Microsoft YaHei"/>
                <a:ea typeface="Microsoft YaHei"/>
              </a:rPr>
              <a:t>课程智能空间</a:t>
            </a:r>
            <a:r>
              <a:rPr lang="en-US" sz="1125">
                <a:solidFill>
                  <a:srgbClr val="FFFFFF">
                    <a:alpha val="86000"/>
                  </a:srgbClr>
                </a:solidFill>
                <a:latin typeface="Microsoft YaHei"/>
                <a:ea typeface="Microsoft YaHei"/>
              </a:rPr>
              <a:t> Course Space</a:t>
            </a:r>
            <a:endParaRPr/>
          </a:p>
        </p:txBody>
      </p:sp>
      <p:sp>
        <p:nvSpPr>
          <p:cNvPr id="18" name=""/>
          <p:cNvSpPr/>
          <p:nvPr/>
        </p:nvSpPr>
        <p:spPr>
          <a:xfrm rot="0" flipH="0" flipV="0">
            <a:off x="3590925" y="4867275"/>
            <a:ext cx="2647950" cy="304800"/>
          </a:xfrm>
          <a:prstGeom prst="roundRect">
            <a:avLst>
              <a:gd name="adj" fmla="val 50000"/>
            </a:avLst>
          </a:prstGeom>
          <a:ln w="12700">
            <a:solidFill>
              <a:srgbClr val="FFFFFF">
                <a:alpha val="24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9" name="" descr="{&quot;isTemplate&quot;:true,&quot;type&quot;:&quot;text&quot;}"/>
          <p:cNvSpPr txBox="1"/>
          <p:nvPr/>
        </p:nvSpPr>
        <p:spPr>
          <a:xfrm rot="0" flipH="0" flipV="0">
            <a:off x="3724275" y="4933950"/>
            <a:ext cx="2381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FFFFFF">
                    <a:alpha val="86000"/>
                  </a:srgbClr>
                </a:solidFill>
                <a:latin typeface="Microsoft YaHei"/>
                <a:ea typeface="Microsoft YaHei"/>
              </a:rPr>
              <a:t>学生世界模型</a:t>
            </a:r>
            <a:r>
              <a:rPr lang="en-US" sz="1125">
                <a:solidFill>
                  <a:srgbClr val="FFFFFF">
                    <a:alpha val="86000"/>
                  </a:srgbClr>
                </a:solidFill>
                <a:latin typeface="Microsoft YaHei"/>
                <a:ea typeface="Microsoft YaHei"/>
              </a:rPr>
              <a:t> Student World Model</a:t>
            </a:r>
            <a:endParaRPr/>
          </a:p>
        </p:txBody>
      </p:sp>
      <p:sp>
        <p:nvSpPr>
          <p:cNvPr id="20" name=""/>
          <p:cNvSpPr/>
          <p:nvPr/>
        </p:nvSpPr>
        <p:spPr>
          <a:xfrm rot="0" flipH="0" flipV="0">
            <a:off x="609600" y="5438775"/>
            <a:ext cx="5867400" cy="514350"/>
          </a:xfrm>
          <a:prstGeom prst="roundRect">
            <a:avLst>
              <a:gd name="adj" fmla="val 18519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5FD3E8">
                <a:alpha val="34000"/>
              </a:srgbClr>
            </a:solidFill>
            <a:prstDash val="solid"/>
          </a:ln>
          <a:effectLst>
            <a:outerShdw blurRad="101600" dist="38100" dir="5400000" sx="100000" sy="100000" kx="0" ky="0" algn="b" rotWithShape="0">
              <a:srgbClr val="0B2545">
                <a:alpha val="14000"/>
              </a:srgbClr>
            </a:outerShdw>
          </a:effectLst>
        </p:spPr>
        <p:txBody>
          <a:bodyPr/>
          <a:p>
            <a:pPr/>
            <a:endParaRPr/>
          </a:p>
        </p:txBody>
      </p:sp>
      <p:sp>
        <p:nvSpPr>
          <p:cNvPr id="21" name="" descr="{&quot;isTemplate&quot;:true,&quot;type&quot;:&quot;text&quot;}"/>
          <p:cNvSpPr txBox="1"/>
          <p:nvPr/>
        </p:nvSpPr>
        <p:spPr>
          <a:xfrm rot="0" flipH="0" flipV="0">
            <a:off x="819150" y="5581650"/>
            <a:ext cx="54483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 spc="113">
                <a:solidFill>
                  <a:srgbClr val="5FD3E8"/>
                </a:solidFill>
                <a:latin typeface="Consolas"/>
                <a:ea typeface="Consolas"/>
              </a:rPr>
              <a:t>Data → Event → State → Agent → Intervention</a:t>
            </a:r>
            <a:endParaRPr/>
          </a:p>
        </p:txBody>
      </p:sp>
      <p:sp>
        <p:nvSpPr>
          <p:cNvPr id="22" name="" descr="{&quot;isTemplate&quot;:true,&quot;type&quot;:&quot;text&quot;}"/>
          <p:cNvSpPr txBox="1"/>
          <p:nvPr/>
        </p:nvSpPr>
        <p:spPr>
          <a:xfrm rot="0" flipH="0" flipV="0">
            <a:off x="7162800" y="1076325"/>
            <a:ext cx="685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 spc="225">
                <a:solidFill>
                  <a:srgbClr val="FFFFFF">
                    <a:alpha val="78000"/>
                  </a:srgbClr>
                </a:solidFill>
                <a:latin typeface="Microsoft YaHei"/>
                <a:ea typeface="Microsoft YaHei"/>
              </a:rPr>
              <a:t>演进路径</a:t>
            </a:r>
            <a:endParaRPr/>
          </a:p>
        </p:txBody>
      </p:sp>
      <p:sp>
        <p:nvSpPr>
          <p:cNvPr id="23" name=""/>
          <p:cNvSpPr/>
          <p:nvPr/>
        </p:nvSpPr>
        <p:spPr>
          <a:xfrm rot="0" flipH="0" flipV="0">
            <a:off x="7981950" y="1162050"/>
            <a:ext cx="3600450" cy="9525"/>
          </a:xfrm>
          <a:prstGeom prst="rect">
            <a:avLst/>
          </a:prstGeom>
          <a:solidFill>
            <a:srgbClr val="FFFFFF">
              <a:alpha val="22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24" name=""/>
          <p:cNvSpPr/>
          <p:nvPr/>
        </p:nvSpPr>
        <p:spPr>
          <a:xfrm rot="0" flipH="0" flipV="0">
            <a:off x="7162800" y="1419225"/>
            <a:ext cx="4419600" cy="647700"/>
          </a:xfrm>
          <a:prstGeom prst="roundRect">
            <a:avLst>
              <a:gd name="adj" fmla="val 17647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14000"/>
              </a:srgbClr>
            </a:solidFill>
            <a:prstDash val="solid"/>
          </a:ln>
          <a:effectLst>
            <a:outerShdw blurRad="101600" dist="38100" dir="5400000" sx="100000" sy="100000" kx="0" ky="0" algn="b" rotWithShape="0">
              <a:srgbClr val="0B2545">
                <a:alpha val="14000"/>
              </a:srgbClr>
            </a:outerShdw>
          </a:effectLst>
        </p:spPr>
        <p:txBody>
          <a:bodyPr/>
          <a:p>
            <a:pPr/>
            <a:endParaRPr/>
          </a:p>
        </p:txBody>
      </p:sp>
      <p:sp>
        <p:nvSpPr>
          <p:cNvPr id="25" name=""/>
          <p:cNvSpPr/>
          <p:nvPr/>
        </p:nvSpPr>
        <p:spPr>
          <a:xfrm rot="0" flipH="0" flipV="0">
            <a:off x="7353300" y="1600200"/>
            <a:ext cx="285750" cy="285750"/>
          </a:xfrm>
          <a:prstGeom prst="roundRect">
            <a:avLst>
              <a:gd name="adj" fmla="val 50000"/>
            </a:avLst>
          </a:prstGeom>
          <a:solidFill>
            <a:srgbClr val="5FD3E8">
              <a:alpha val="16000"/>
            </a:srgbClr>
          </a:solidFill>
          <a:ln w="12700">
            <a:solidFill>
              <a:srgbClr val="5FD3E8">
                <a:alpha val="45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26" name="" descr="{&quot;isTemplate&quot;:true,&quot;type&quot;:&quot;text&quot;}"/>
          <p:cNvSpPr txBox="1"/>
          <p:nvPr/>
        </p:nvSpPr>
        <p:spPr>
          <a:xfrm rot="0" flipH="0" flipV="0">
            <a:off x="7410450" y="1666875"/>
            <a:ext cx="171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5FD3E8"/>
                </a:solidFill>
                <a:latin typeface="Microsoft YaHei"/>
                <a:ea typeface="Microsoft YaHei"/>
              </a:rPr>
              <a:t>01</a:t>
            </a:r>
            <a:endParaRPr/>
          </a:p>
        </p:txBody>
      </p:sp>
      <p:sp>
        <p:nvSpPr>
          <p:cNvPr id="27" name="" descr="{&quot;isTemplate&quot;:true,&quot;type&quot;:&quot;text&quot;}"/>
          <p:cNvSpPr txBox="1"/>
          <p:nvPr/>
        </p:nvSpPr>
        <p:spPr>
          <a:xfrm rot="0" flipH="0" flipV="0">
            <a:off x="7791450" y="1533525"/>
            <a:ext cx="1143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</a:rPr>
              <a:t>传统校园助手</a:t>
            </a:r>
            <a:endParaRPr/>
          </a:p>
        </p:txBody>
      </p:sp>
      <p:sp>
        <p:nvSpPr>
          <p:cNvPr id="28" name="" descr="{&quot;isTemplate&quot;:true,&quot;type&quot;:&quot;text&quot;}"/>
          <p:cNvSpPr txBox="1"/>
          <p:nvPr/>
        </p:nvSpPr>
        <p:spPr>
          <a:xfrm rot="0" flipH="0" flipV="0">
            <a:off x="7791450" y="1790700"/>
            <a:ext cx="1143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FFFFFF">
                    <a:alpha val="58000"/>
                  </a:srgbClr>
                </a:solidFill>
                <a:latin typeface="Microsoft YaHei"/>
                <a:ea typeface="Microsoft YaHei"/>
              </a:rPr>
              <a:t>信息查询</a:t>
            </a:r>
            <a:endParaRPr/>
          </a:p>
        </p:txBody>
      </p:sp>
      <p:pic>
        <p:nvPicPr>
          <p:cNvPr id="29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9296400" y="2105025"/>
            <a:ext cx="152400" cy="152400"/>
          </a:xfrm>
          <a:prstGeom prst="rect">
            <a:avLst/>
          </a:prstGeom>
          <a:ln/>
        </p:spPr>
      </p:pic>
      <p:sp>
        <p:nvSpPr>
          <p:cNvPr id="30" name=""/>
          <p:cNvSpPr/>
          <p:nvPr/>
        </p:nvSpPr>
        <p:spPr>
          <a:xfrm rot="0" flipH="0" flipV="0">
            <a:off x="7162800" y="2295525"/>
            <a:ext cx="4419600" cy="647700"/>
          </a:xfrm>
          <a:prstGeom prst="roundRect">
            <a:avLst>
              <a:gd name="adj" fmla="val 17647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14000"/>
              </a:srgbClr>
            </a:solidFill>
            <a:prstDash val="solid"/>
          </a:ln>
          <a:effectLst>
            <a:outerShdw blurRad="101600" dist="38100" dir="5400000" sx="100000" sy="100000" kx="0" ky="0" algn="b" rotWithShape="0">
              <a:srgbClr val="0B2545">
                <a:alpha val="14000"/>
              </a:srgbClr>
            </a:outerShdw>
          </a:effectLst>
        </p:spPr>
        <p:txBody>
          <a:bodyPr/>
          <a:p>
            <a:pPr/>
            <a:endParaRPr/>
          </a:p>
        </p:txBody>
      </p:sp>
      <p:sp>
        <p:nvSpPr>
          <p:cNvPr id="31" name=""/>
          <p:cNvSpPr/>
          <p:nvPr/>
        </p:nvSpPr>
        <p:spPr>
          <a:xfrm rot="0" flipH="0" flipV="0">
            <a:off x="7353300" y="2476500"/>
            <a:ext cx="285750" cy="285750"/>
          </a:xfrm>
          <a:prstGeom prst="roundRect">
            <a:avLst>
              <a:gd name="adj" fmla="val 50000"/>
            </a:avLst>
          </a:prstGeom>
          <a:solidFill>
            <a:srgbClr val="5FD3E8">
              <a:alpha val="16000"/>
            </a:srgbClr>
          </a:solidFill>
          <a:ln w="12700">
            <a:solidFill>
              <a:srgbClr val="5FD3E8">
                <a:alpha val="45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32" name="" descr="{&quot;isTemplate&quot;:true,&quot;type&quot;:&quot;text&quot;}"/>
          <p:cNvSpPr txBox="1"/>
          <p:nvPr/>
        </p:nvSpPr>
        <p:spPr>
          <a:xfrm rot="0" flipH="0" flipV="0">
            <a:off x="7410450" y="2543175"/>
            <a:ext cx="171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5FD3E8"/>
                </a:solidFill>
                <a:latin typeface="Microsoft YaHei"/>
                <a:ea typeface="Microsoft YaHei"/>
              </a:rPr>
              <a:t>02</a:t>
            </a:r>
            <a:endParaRPr/>
          </a:p>
        </p:txBody>
      </p:sp>
      <p:sp>
        <p:nvSpPr>
          <p:cNvPr id="33" name="" descr="{&quot;isTemplate&quot;:true,&quot;type&quot;:&quot;text&quot;}"/>
          <p:cNvSpPr txBox="1"/>
          <p:nvPr/>
        </p:nvSpPr>
        <p:spPr>
          <a:xfrm rot="0" flipH="0" flipV="0">
            <a:off x="7791450" y="2409825"/>
            <a:ext cx="1143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</a:rPr>
              <a:t>课程智能空间</a:t>
            </a:r>
            <a:endParaRPr/>
          </a:p>
        </p:txBody>
      </p:sp>
      <p:sp>
        <p:nvSpPr>
          <p:cNvPr id="34" name="" descr="{&quot;isTemplate&quot;:true,&quot;type&quot;:&quot;text&quot;}"/>
          <p:cNvSpPr txBox="1"/>
          <p:nvPr/>
        </p:nvSpPr>
        <p:spPr>
          <a:xfrm rot="0" flipH="0" flipV="0">
            <a:off x="7791450" y="2667000"/>
            <a:ext cx="1143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FFFFFF">
                    <a:alpha val="58000"/>
                  </a:srgbClr>
                </a:solidFill>
                <a:latin typeface="Microsoft YaHei"/>
                <a:ea typeface="Microsoft YaHei"/>
              </a:rPr>
              <a:t>知识</a:t>
            </a:r>
            <a:r>
              <a:rPr lang="en-US" sz="1050">
                <a:solidFill>
                  <a:srgbClr val="FFFFFF">
                    <a:alpha val="58000"/>
                  </a:srgbClr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FFFFFF">
                    <a:alpha val="58000"/>
                  </a:srgbClr>
                </a:solidFill>
                <a:latin typeface="Microsoft YaHei"/>
                <a:ea typeface="Microsoft YaHei"/>
              </a:rPr>
              <a:t>任务</a:t>
            </a:r>
            <a:r>
              <a:rPr lang="en-US" sz="1050">
                <a:solidFill>
                  <a:srgbClr val="FFFFFF">
                    <a:alpha val="58000"/>
                  </a:srgbClr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FFFFFF">
                    <a:alpha val="58000"/>
                  </a:srgbClr>
                </a:solidFill>
                <a:latin typeface="Microsoft YaHei"/>
                <a:ea typeface="Microsoft YaHei"/>
              </a:rPr>
              <a:t>行为</a:t>
            </a:r>
            <a:endParaRPr/>
          </a:p>
        </p:txBody>
      </p:sp>
      <p:pic>
        <p:nvPicPr>
          <p:cNvPr id="35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9296400" y="2981325"/>
            <a:ext cx="152400" cy="152400"/>
          </a:xfrm>
          <a:prstGeom prst="rect">
            <a:avLst/>
          </a:prstGeom>
          <a:ln/>
        </p:spPr>
      </p:pic>
      <p:sp>
        <p:nvSpPr>
          <p:cNvPr id="36" name=""/>
          <p:cNvSpPr/>
          <p:nvPr/>
        </p:nvSpPr>
        <p:spPr>
          <a:xfrm rot="0" flipH="0" flipV="0">
            <a:off x="7162800" y="3171825"/>
            <a:ext cx="4419600" cy="647700"/>
          </a:xfrm>
          <a:prstGeom prst="roundRect">
            <a:avLst>
              <a:gd name="adj" fmla="val 17647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14000"/>
              </a:srgbClr>
            </a:solidFill>
            <a:prstDash val="solid"/>
          </a:ln>
          <a:effectLst>
            <a:outerShdw blurRad="101600" dist="38100" dir="5400000" sx="100000" sy="100000" kx="0" ky="0" algn="b" rotWithShape="0">
              <a:srgbClr val="0B2545">
                <a:alpha val="14000"/>
              </a:srgbClr>
            </a:outerShdw>
          </a:effectLst>
        </p:spPr>
        <p:txBody>
          <a:bodyPr/>
          <a:p>
            <a:pPr/>
            <a:endParaRPr/>
          </a:p>
        </p:txBody>
      </p:sp>
      <p:sp>
        <p:nvSpPr>
          <p:cNvPr id="37" name=""/>
          <p:cNvSpPr/>
          <p:nvPr/>
        </p:nvSpPr>
        <p:spPr>
          <a:xfrm rot="0" flipH="0" flipV="0">
            <a:off x="7353300" y="3352800"/>
            <a:ext cx="285750" cy="285750"/>
          </a:xfrm>
          <a:prstGeom prst="roundRect">
            <a:avLst>
              <a:gd name="adj" fmla="val 50000"/>
            </a:avLst>
          </a:prstGeom>
          <a:solidFill>
            <a:srgbClr val="5FD3E8">
              <a:alpha val="16000"/>
            </a:srgbClr>
          </a:solidFill>
          <a:ln w="12700">
            <a:solidFill>
              <a:srgbClr val="5FD3E8">
                <a:alpha val="45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38" name="" descr="{&quot;isTemplate&quot;:true,&quot;type&quot;:&quot;text&quot;}"/>
          <p:cNvSpPr txBox="1"/>
          <p:nvPr/>
        </p:nvSpPr>
        <p:spPr>
          <a:xfrm rot="0" flipH="0" flipV="0">
            <a:off x="7410450" y="3419475"/>
            <a:ext cx="171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5FD3E8"/>
                </a:solidFill>
                <a:latin typeface="Microsoft YaHei"/>
                <a:ea typeface="Microsoft YaHei"/>
              </a:rPr>
              <a:t>03</a:t>
            </a:r>
            <a:endParaRPr/>
          </a:p>
        </p:txBody>
      </p:sp>
      <p:sp>
        <p:nvSpPr>
          <p:cNvPr id="39" name="" descr="{&quot;isTemplate&quot;:true,&quot;type&quot;:&quot;text&quot;}"/>
          <p:cNvSpPr txBox="1"/>
          <p:nvPr/>
        </p:nvSpPr>
        <p:spPr>
          <a:xfrm rot="0" flipH="0" flipV="0">
            <a:off x="7791450" y="3286125"/>
            <a:ext cx="1143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</a:rPr>
              <a:t>学生世界模型</a:t>
            </a:r>
            <a:endParaRPr/>
          </a:p>
        </p:txBody>
      </p:sp>
      <p:sp>
        <p:nvSpPr>
          <p:cNvPr id="40" name="" descr="{&quot;isTemplate&quot;:true,&quot;type&quot;:&quot;text&quot;}"/>
          <p:cNvSpPr txBox="1"/>
          <p:nvPr/>
        </p:nvSpPr>
        <p:spPr>
          <a:xfrm rot="0" flipH="0" flipV="0">
            <a:off x="7791450" y="3543300"/>
            <a:ext cx="1143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FFFFFF">
                    <a:alpha val="58000"/>
                  </a:srgbClr>
                </a:solidFill>
                <a:latin typeface="Microsoft YaHei"/>
                <a:ea typeface="Microsoft YaHei"/>
              </a:rPr>
              <a:t>可解释状态</a:t>
            </a:r>
            <a:endParaRPr/>
          </a:p>
        </p:txBody>
      </p:sp>
      <p:pic>
        <p:nvPicPr>
          <p:cNvPr id="41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9296400" y="3857625"/>
            <a:ext cx="152400" cy="152400"/>
          </a:xfrm>
          <a:prstGeom prst="rect">
            <a:avLst/>
          </a:prstGeom>
          <a:ln/>
        </p:spPr>
      </p:pic>
      <p:sp>
        <p:nvSpPr>
          <p:cNvPr id="42" name=""/>
          <p:cNvSpPr/>
          <p:nvPr/>
        </p:nvSpPr>
        <p:spPr>
          <a:xfrm rot="0" flipH="0" flipV="0">
            <a:off x="7162800" y="4048125"/>
            <a:ext cx="4419600" cy="647700"/>
          </a:xfrm>
          <a:prstGeom prst="roundRect">
            <a:avLst>
              <a:gd name="adj" fmla="val 17647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14000"/>
              </a:srgbClr>
            </a:solidFill>
            <a:prstDash val="solid"/>
          </a:ln>
          <a:effectLst>
            <a:outerShdw blurRad="101600" dist="38100" dir="5400000" sx="100000" sy="100000" kx="0" ky="0" algn="b" rotWithShape="0">
              <a:srgbClr val="0B2545">
                <a:alpha val="14000"/>
              </a:srgbClr>
            </a:outerShdw>
          </a:effectLst>
        </p:spPr>
        <p:txBody>
          <a:bodyPr/>
          <a:p>
            <a:pPr/>
            <a:endParaRPr/>
          </a:p>
        </p:txBody>
      </p:sp>
      <p:sp>
        <p:nvSpPr>
          <p:cNvPr id="43" name=""/>
          <p:cNvSpPr/>
          <p:nvPr/>
        </p:nvSpPr>
        <p:spPr>
          <a:xfrm rot="0" flipH="0" flipV="0">
            <a:off x="7353300" y="4229100"/>
            <a:ext cx="285750" cy="285750"/>
          </a:xfrm>
          <a:prstGeom prst="roundRect">
            <a:avLst>
              <a:gd name="adj" fmla="val 50000"/>
            </a:avLst>
          </a:prstGeom>
          <a:solidFill>
            <a:srgbClr val="5FD3E8">
              <a:alpha val="16000"/>
            </a:srgbClr>
          </a:solidFill>
          <a:ln w="12700">
            <a:solidFill>
              <a:srgbClr val="5FD3E8">
                <a:alpha val="45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44" name="" descr="{&quot;isTemplate&quot;:true,&quot;type&quot;:&quot;text&quot;}"/>
          <p:cNvSpPr txBox="1"/>
          <p:nvPr/>
        </p:nvSpPr>
        <p:spPr>
          <a:xfrm rot="0" flipH="0" flipV="0">
            <a:off x="7410450" y="4295775"/>
            <a:ext cx="171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5FD3E8"/>
                </a:solidFill>
                <a:latin typeface="Microsoft YaHei"/>
                <a:ea typeface="Microsoft YaHei"/>
              </a:rPr>
              <a:t>04</a:t>
            </a:r>
            <a:endParaRPr/>
          </a:p>
        </p:txBody>
      </p:sp>
      <p:sp>
        <p:nvSpPr>
          <p:cNvPr id="45" name="" descr="{&quot;isTemplate&quot;:true,&quot;type&quot;:&quot;text&quot;}"/>
          <p:cNvSpPr txBox="1"/>
          <p:nvPr/>
        </p:nvSpPr>
        <p:spPr>
          <a:xfrm rot="0" flipH="0" flipV="0">
            <a:off x="7791450" y="4162425"/>
            <a:ext cx="1333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</a:rPr>
              <a:t>学习智能体系统</a:t>
            </a:r>
            <a:endParaRPr/>
          </a:p>
        </p:txBody>
      </p:sp>
      <p:sp>
        <p:nvSpPr>
          <p:cNvPr id="46" name="" descr="{&quot;isTemplate&quot;:true,&quot;type&quot;:&quot;text&quot;}"/>
          <p:cNvSpPr txBox="1"/>
          <p:nvPr/>
        </p:nvSpPr>
        <p:spPr>
          <a:xfrm rot="0" flipH="0" flipV="0">
            <a:off x="7791450" y="4419600"/>
            <a:ext cx="1333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FFFFFF">
                    <a:alpha val="58000"/>
                  </a:srgbClr>
                </a:solidFill>
                <a:latin typeface="Microsoft YaHei"/>
                <a:ea typeface="Microsoft YaHei"/>
              </a:rPr>
              <a:t>多角色协同</a:t>
            </a:r>
            <a:endParaRPr/>
          </a:p>
        </p:txBody>
      </p:sp>
      <p:pic>
        <p:nvPicPr>
          <p:cNvPr id="47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9296400" y="4733925"/>
            <a:ext cx="152400" cy="152400"/>
          </a:xfrm>
          <a:prstGeom prst="rect">
            <a:avLst/>
          </a:prstGeom>
          <a:ln/>
        </p:spPr>
      </p:pic>
      <p:sp>
        <p:nvSpPr>
          <p:cNvPr id="48" name=""/>
          <p:cNvSpPr/>
          <p:nvPr/>
        </p:nvSpPr>
        <p:spPr>
          <a:xfrm rot="0" flipH="0" flipV="0">
            <a:off x="7162800" y="4924425"/>
            <a:ext cx="4419600" cy="647700"/>
          </a:xfrm>
          <a:prstGeom prst="roundRect">
            <a:avLst>
              <a:gd name="adj" fmla="val 17647"/>
            </a:avLst>
          </a:prstGeom>
          <a:solidFill>
            <a:srgbClr val="5FD3E8">
              <a:alpha val="16000"/>
            </a:srgbClr>
          </a:solidFill>
          <a:ln w="12700">
            <a:solidFill>
              <a:srgbClr val="5FD3E8">
                <a:alpha val="55000"/>
              </a:srgbClr>
            </a:solidFill>
            <a:prstDash val="solid"/>
          </a:ln>
          <a:effectLst>
            <a:outerShdw blurRad="101600" dist="38100" dir="5400000" sx="100000" sy="100000" kx="0" ky="0" algn="b" rotWithShape="0">
              <a:srgbClr val="0B2545">
                <a:alpha val="14000"/>
              </a:srgbClr>
            </a:outerShdw>
          </a:effectLst>
        </p:spPr>
        <p:txBody>
          <a:bodyPr/>
          <a:p>
            <a:pPr/>
            <a:endParaRPr/>
          </a:p>
        </p:txBody>
      </p:sp>
      <p:sp>
        <p:nvSpPr>
          <p:cNvPr id="49" name=""/>
          <p:cNvSpPr/>
          <p:nvPr/>
        </p:nvSpPr>
        <p:spPr>
          <a:xfrm rot="0" flipH="0" flipV="0">
            <a:off x="7353300" y="5105400"/>
            <a:ext cx="285750" cy="285750"/>
          </a:xfrm>
          <a:prstGeom prst="roundRect">
            <a:avLst>
              <a:gd name="adj" fmla="val 50000"/>
            </a:avLst>
          </a:prstGeom>
          <a:solidFill>
            <a:srgbClr val="5FD3E8"/>
          </a:solidFill>
          <a:ln/>
        </p:spPr>
        <p:txBody>
          <a:bodyPr/>
          <a:p>
            <a:pPr/>
            <a:endParaRPr/>
          </a:p>
        </p:txBody>
      </p:sp>
      <p:sp>
        <p:nvSpPr>
          <p:cNvPr id="50" name="" descr="{&quot;isTemplate&quot;:true,&quot;type&quot;:&quot;text&quot;}"/>
          <p:cNvSpPr txBox="1"/>
          <p:nvPr/>
        </p:nvSpPr>
        <p:spPr>
          <a:xfrm rot="0" flipH="0" flipV="0">
            <a:off x="7410450" y="5172075"/>
            <a:ext cx="171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0B2545"/>
                </a:solidFill>
                <a:latin typeface="Microsoft YaHei"/>
                <a:ea typeface="Microsoft YaHei"/>
              </a:rPr>
              <a:t>05</a:t>
            </a:r>
            <a:endParaRPr/>
          </a:p>
        </p:txBody>
      </p:sp>
      <p:sp>
        <p:nvSpPr>
          <p:cNvPr id="51" name="" descr="{&quot;isTemplate&quot;:true,&quot;type&quot;:&quot;text&quot;}"/>
          <p:cNvSpPr txBox="1"/>
          <p:nvPr/>
        </p:nvSpPr>
        <p:spPr>
          <a:xfrm rot="0" flipH="0" flipV="0">
            <a:off x="7791450" y="5038725"/>
            <a:ext cx="1143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</a:rPr>
              <a:t>主动学习干预</a:t>
            </a:r>
            <a:endParaRPr/>
          </a:p>
        </p:txBody>
      </p:sp>
      <p:sp>
        <p:nvSpPr>
          <p:cNvPr id="52" name="" descr="{&quot;isTemplate&quot;:true,&quot;type&quot;:&quot;text&quot;}"/>
          <p:cNvSpPr txBox="1"/>
          <p:nvPr/>
        </p:nvSpPr>
        <p:spPr>
          <a:xfrm rot="0" flipH="0" flipV="0">
            <a:off x="7791450" y="5295900"/>
            <a:ext cx="1143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FFFFFF">
                    <a:alpha val="78000"/>
                  </a:srgbClr>
                </a:solidFill>
                <a:latin typeface="Microsoft YaHei"/>
                <a:ea typeface="Microsoft YaHei"/>
              </a:rPr>
              <a:t>下一步行动</a:t>
            </a:r>
            <a:endParaRPr/>
          </a:p>
        </p:txBody>
      </p:sp>
      <p:sp>
        <p:nvSpPr>
          <p:cNvPr id="53" name="" descr="{&quot;isTemplate&quot;:true,&quot;type&quot;:&quot;text&quot;}"/>
          <p:cNvSpPr txBox="1"/>
          <p:nvPr/>
        </p:nvSpPr>
        <p:spPr>
          <a:xfrm rot="0" flipH="0" flipV="0">
            <a:off x="609600" y="6372225"/>
            <a:ext cx="9620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spc="38">
                <a:solidFill>
                  <a:srgbClr val="FFFFFF">
                    <a:alpha val="62000"/>
                  </a:srgbClr>
                </a:solidFill>
                <a:latin typeface="Microsoft YaHei"/>
                <a:ea typeface="Microsoft YaHei"/>
              </a:rPr>
              <a:t>封面</a:t>
            </a:r>
            <a:r>
              <a:rPr lang="en-US" sz="1050" spc="38">
                <a:solidFill>
                  <a:srgbClr val="FFFFFF">
                    <a:alpha val="62000"/>
                  </a:srgbClr>
                </a:solidFill>
                <a:latin typeface="Microsoft YaHei"/>
                <a:ea typeface="Microsoft YaHei"/>
              </a:rPr>
              <a:t> · </a:t>
            </a:r>
            <a:r>
              <a:rPr lang="zh-CN" sz="1050" spc="38">
                <a:solidFill>
                  <a:srgbClr val="FFFFFF">
                    <a:alpha val="62000"/>
                  </a:srgbClr>
                </a:solidFill>
                <a:latin typeface="Microsoft YaHei"/>
                <a:ea typeface="Microsoft YaHei"/>
              </a:rPr>
              <a:t>核心命题</a:t>
            </a:r>
            <a:endParaRPr/>
          </a:p>
        </p:txBody>
      </p:sp>
      <p:sp>
        <p:nvSpPr>
          <p:cNvPr id="54" name="" descr="{&quot;isTemplate&quot;:true,&quot;type&quot;:&quot;text&quot;}"/>
          <p:cNvSpPr txBox="1"/>
          <p:nvPr/>
        </p:nvSpPr>
        <p:spPr>
          <a:xfrm rot="0" flipH="0" flipV="0">
            <a:off x="11077575" y="6372225"/>
            <a:ext cx="5048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 spc="38">
                <a:solidFill>
                  <a:srgbClr val="FFFFFF">
                    <a:alpha val="72000"/>
                  </a:srgbClr>
                </a:solidFill>
                <a:latin typeface="Microsoft YaHei"/>
                <a:ea typeface="Microsoft YaHei"/>
              </a:rPr>
              <a:t>01 / 09</a:t>
            </a:r>
            <a:endParaRPr/>
          </a:p>
        </p:txBody>
      </p:sp>
    </p:spTree>
  </p:cSld>
</p:sld>
</file>

<file path=ppt/slides/slide2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5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57" name=""/>
          <p:cNvSpPr/>
          <p:nvPr/>
        </p:nvSpPr>
        <p:spPr>
          <a:xfrm rot="0" flipH="0" flipV="0">
            <a:off x="571500" y="266700"/>
            <a:ext cx="28575" cy="171450"/>
          </a:xfrm>
          <a:prstGeom prst="roundRect">
            <a:avLst>
              <a:gd name="adj" fmla="val 66667"/>
            </a:avLst>
          </a:prstGeom>
          <a:solidFill>
            <a:srgbClr val="0E7490"/>
          </a:solidFill>
          <a:ln/>
        </p:spPr>
        <p:txBody>
          <a:bodyPr/>
          <a:p>
            <a:pPr/>
            <a:endParaRPr/>
          </a:p>
        </p:txBody>
      </p:sp>
      <p:sp>
        <p:nvSpPr>
          <p:cNvPr id="58" name="" descr="{&quot;isTemplate&quot;:true,&quot;type&quot;:&quot;text&quot;}"/>
          <p:cNvSpPr txBox="1"/>
          <p:nvPr/>
        </p:nvSpPr>
        <p:spPr>
          <a:xfrm rot="0" flipH="0" flipV="0">
            <a:off x="695325" y="276225"/>
            <a:ext cx="29432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 spc="38">
                <a:solidFill>
                  <a:srgbClr val="0E7490"/>
                </a:solidFill>
                <a:latin typeface="Microsoft YaHei"/>
                <a:ea typeface="Microsoft YaHei"/>
              </a:rPr>
              <a:t>01 · </a:t>
            </a:r>
            <a:r>
              <a:rPr lang="zh-CN" sz="1050" b="1" spc="38">
                <a:solidFill>
                  <a:srgbClr val="0E7490"/>
                </a:solidFill>
                <a:latin typeface="Microsoft YaHei"/>
                <a:ea typeface="Microsoft YaHei"/>
              </a:rPr>
              <a:t>背景与研究问题</a:t>
            </a:r>
            <a:r>
              <a:rPr lang="en-US" sz="1050" b="1" spc="38">
                <a:solidFill>
                  <a:srgbClr val="0E7490"/>
                </a:solidFill>
                <a:latin typeface="Microsoft YaHei"/>
                <a:ea typeface="Microsoft YaHei"/>
              </a:rPr>
              <a:t>  RESEARCH QUESTION</a:t>
            </a:r>
            <a:endParaRPr/>
          </a:p>
        </p:txBody>
      </p:sp>
      <p:sp>
        <p:nvSpPr>
          <p:cNvPr id="59" name="" descr="{&quot;isTemplate&quot;:true,&quot;type&quot;:&quot;text&quot;}"/>
          <p:cNvSpPr txBox="1"/>
          <p:nvPr/>
        </p:nvSpPr>
        <p:spPr>
          <a:xfrm rot="0" flipH="0" flipV="0">
            <a:off x="10220325" y="266700"/>
            <a:ext cx="14001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38">
                <a:solidFill>
                  <a:srgbClr val="8B97A8"/>
                </a:solidFill>
                <a:latin typeface="Microsoft YaHei"/>
                <a:ea typeface="Microsoft YaHei"/>
              </a:rPr>
              <a:t>3 </a:t>
            </a:r>
            <a:r>
              <a:rPr lang="zh-CN" sz="1125" spc="38">
                <a:solidFill>
                  <a:srgbClr val="8B97A8"/>
                </a:solidFill>
                <a:latin typeface="Microsoft YaHei"/>
                <a:ea typeface="Microsoft YaHei"/>
              </a:rPr>
              <a:t>个挑战</a:t>
            </a:r>
            <a:r>
              <a:rPr lang="en-US" sz="1125" spc="38">
                <a:solidFill>
                  <a:srgbClr val="8B97A8"/>
                </a:solidFill>
                <a:latin typeface="Microsoft YaHei"/>
                <a:ea typeface="Microsoft YaHei"/>
              </a:rPr>
              <a:t> → 1 </a:t>
            </a:r>
            <a:r>
              <a:rPr lang="zh-CN" sz="1125" spc="38">
                <a:solidFill>
                  <a:srgbClr val="8B97A8"/>
                </a:solidFill>
                <a:latin typeface="Microsoft YaHei"/>
                <a:ea typeface="Microsoft YaHei"/>
              </a:rPr>
              <a:t>个根因</a:t>
            </a:r>
            <a:endParaRPr/>
          </a:p>
        </p:txBody>
      </p:sp>
      <p:sp>
        <p:nvSpPr>
          <p:cNvPr id="60" name="" descr="{&quot;isTemplate&quot;:true,&quot;type&quot;:&quot;text&quot;}"/>
          <p:cNvSpPr txBox="1"/>
          <p:nvPr/>
        </p:nvSpPr>
        <p:spPr>
          <a:xfrm rot="0" flipH="0" flipV="0">
            <a:off x="571500" y="533400"/>
            <a:ext cx="11049000" cy="485775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2550" b="1">
                <a:solidFill>
                  <a:srgbClr val="0B2545"/>
                </a:solidFill>
                <a:latin typeface="Microsoft YaHei"/>
                <a:ea typeface="Microsoft YaHei"/>
              </a:rPr>
              <a:t>从</a:t>
            </a:r>
            <a:r>
              <a:rPr lang="en-US" sz="2550" b="1">
                <a:solidFill>
                  <a:srgbClr val="0B2545"/>
                </a:solidFill>
                <a:latin typeface="Microsoft YaHei"/>
                <a:ea typeface="Microsoft YaHei"/>
              </a:rPr>
              <a:t>"</a:t>
            </a:r>
            <a:r>
              <a:rPr lang="zh-CN" sz="2550" b="1">
                <a:solidFill>
                  <a:srgbClr val="0B2545"/>
                </a:solidFill>
                <a:latin typeface="Microsoft YaHei"/>
                <a:ea typeface="Microsoft YaHei"/>
              </a:rPr>
              <a:t>回答问题</a:t>
            </a:r>
            <a:r>
              <a:rPr lang="en-US" sz="2550" b="1">
                <a:solidFill>
                  <a:srgbClr val="0B2545"/>
                </a:solidFill>
                <a:latin typeface="Microsoft YaHei"/>
                <a:ea typeface="Microsoft YaHei"/>
              </a:rPr>
              <a:t>"</a:t>
            </a:r>
            <a:r>
              <a:rPr lang="zh-CN" sz="2550" b="1">
                <a:solidFill>
                  <a:srgbClr val="0B2545"/>
                </a:solidFill>
                <a:latin typeface="Microsoft YaHei"/>
                <a:ea typeface="Microsoft YaHei"/>
              </a:rPr>
              <a:t>到</a:t>
            </a:r>
            <a:r>
              <a:rPr lang="en-US" sz="2550" b="1">
                <a:solidFill>
                  <a:srgbClr val="0B2545"/>
                </a:solidFill>
                <a:latin typeface="Microsoft YaHei"/>
                <a:ea typeface="Microsoft YaHei"/>
              </a:rPr>
              <a:t>"</a:t>
            </a:r>
            <a:r>
              <a:rPr lang="zh-CN" sz="2550" b="1">
                <a:solidFill>
                  <a:srgbClr val="0B2545"/>
                </a:solidFill>
                <a:latin typeface="Microsoft YaHei"/>
                <a:ea typeface="Microsoft YaHei"/>
              </a:rPr>
              <a:t>主动支持下一步</a:t>
            </a:r>
            <a:r>
              <a:rPr lang="en-US" sz="2550" b="1">
                <a:solidFill>
                  <a:srgbClr val="0B2545"/>
                </a:solidFill>
                <a:latin typeface="Microsoft YaHei"/>
                <a:ea typeface="Microsoft YaHei"/>
              </a:rPr>
              <a:t>"</a:t>
            </a:r>
            <a:endParaRPr/>
          </a:p>
        </p:txBody>
      </p:sp>
      <p:sp>
        <p:nvSpPr>
          <p:cNvPr id="61" name=""/>
          <p:cNvSpPr/>
          <p:nvPr/>
        </p:nvSpPr>
        <p:spPr>
          <a:xfrm rot="0" flipH="0" flipV="0">
            <a:off x="571500" y="1190625"/>
            <a:ext cx="11049000" cy="9525"/>
          </a:xfrm>
          <a:prstGeom prst="rect">
            <a:avLst/>
          </a:prstGeom>
          <a:solidFill>
            <a:srgbClr val="D6E0EC"/>
          </a:solidFill>
          <a:ln/>
        </p:spPr>
        <p:txBody>
          <a:bodyPr/>
          <a:p>
            <a:pPr/>
            <a:endParaRPr/>
          </a:p>
        </p:txBody>
      </p:sp>
      <p:sp>
        <p:nvSpPr>
          <p:cNvPr id="62" name=""/>
          <p:cNvSpPr/>
          <p:nvPr/>
        </p:nvSpPr>
        <p:spPr>
          <a:xfrm rot="0" flipH="0" flipV="0">
            <a:off x="4343400" y="1409700"/>
            <a:ext cx="7277100" cy="1276350"/>
          </a:xfrm>
          <a:prstGeom prst="roundRect">
            <a:avLst>
              <a:gd name="adj" fmla="val 8955"/>
            </a:avLst>
          </a:prstGeom>
          <a:solidFill>
            <a:srgbClr val="FFFFFF"/>
          </a:solidFill>
          <a:ln w="12700">
            <a:solidFill>
              <a:srgbClr val="D6E0EC"/>
            </a:solidFill>
            <a:prstDash val="solid"/>
          </a:ln>
          <a:effectLst>
            <a:outerShdw blurRad="101600" dist="38100" dir="5400000" sx="100000" sy="100000" kx="0" ky="0" algn="b" rotWithShape="0">
              <a:srgbClr val="0B2545">
                <a:alpha val="14000"/>
              </a:srgbClr>
            </a:outerShdw>
          </a:effectLst>
        </p:spPr>
        <p:txBody>
          <a:bodyPr/>
          <a:p>
            <a:pPr/>
            <a:endParaRPr/>
          </a:p>
        </p:txBody>
      </p:sp>
      <p:sp>
        <p:nvSpPr>
          <p:cNvPr id="63" name=""/>
          <p:cNvSpPr/>
          <p:nvPr/>
        </p:nvSpPr>
        <p:spPr>
          <a:xfrm rot="0" flipH="0" flipV="0">
            <a:off x="4572000" y="1828800"/>
            <a:ext cx="438150" cy="438150"/>
          </a:xfrm>
          <a:prstGeom prst="roundRect">
            <a:avLst>
              <a:gd name="adj" fmla="val 50000"/>
            </a:avLst>
          </a:prstGeom>
          <a:solidFill>
            <a:srgbClr val="E8F1FA"/>
          </a:solidFill>
          <a:ln/>
        </p:spPr>
        <p:txBody>
          <a:bodyPr/>
          <a:p>
            <a:pPr/>
            <a:endParaRPr/>
          </a:p>
        </p:txBody>
      </p:sp>
      <p:sp>
        <p:nvSpPr>
          <p:cNvPr id="64" name="" descr="{&quot;isTemplate&quot;:true,&quot;type&quot;:&quot;text&quot;}"/>
          <p:cNvSpPr txBox="1"/>
          <p:nvPr/>
        </p:nvSpPr>
        <p:spPr>
          <a:xfrm rot="0" flipH="0" flipV="0">
            <a:off x="4676775" y="1933575"/>
            <a:ext cx="2381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0E7490"/>
                </a:solidFill>
                <a:latin typeface="Microsoft YaHei"/>
                <a:ea typeface="Microsoft YaHei"/>
              </a:rPr>
              <a:t>01</a:t>
            </a:r>
            <a:endParaRPr/>
          </a:p>
        </p:txBody>
      </p:sp>
      <p:sp>
        <p:nvSpPr>
          <p:cNvPr id="65" name="" descr="{&quot;isTemplate&quot;:true,&quot;type&quot;:&quot;text&quot;}"/>
          <p:cNvSpPr txBox="1"/>
          <p:nvPr/>
        </p:nvSpPr>
        <p:spPr>
          <a:xfrm rot="0" flipH="0" flipV="0">
            <a:off x="5219700" y="1724025"/>
            <a:ext cx="507682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0B2545"/>
                </a:solidFill>
                <a:latin typeface="Microsoft YaHei"/>
                <a:ea typeface="Microsoft YaHei"/>
              </a:rPr>
              <a:t>数据碎片化</a:t>
            </a:r>
            <a:endParaRPr/>
          </a:p>
        </p:txBody>
      </p:sp>
      <p:sp>
        <p:nvSpPr>
          <p:cNvPr id="66" name="" descr="{&quot;isTemplate&quot;:true,&quot;type&quot;:&quot;text&quot;}"/>
          <p:cNvSpPr txBox="1"/>
          <p:nvPr/>
        </p:nvSpPr>
        <p:spPr>
          <a:xfrm rot="0" flipH="0" flipV="0">
            <a:off x="5219700" y="2066925"/>
            <a:ext cx="5076825" cy="3143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350">
                <a:solidFill>
                  <a:srgbClr val="5B6B7F"/>
                </a:solidFill>
                <a:latin typeface="Microsoft YaHei"/>
                <a:ea typeface="Microsoft YaHei"/>
              </a:rPr>
              <a:t>教务</a:t>
            </a:r>
            <a:r>
              <a:rPr lang="en-US" sz="1350">
                <a:solidFill>
                  <a:srgbClr val="5B6B7F"/>
                </a:solidFill>
                <a:latin typeface="Microsoft YaHei"/>
                <a:ea typeface="Microsoft YaHei"/>
              </a:rPr>
              <a:t> · </a:t>
            </a:r>
            <a:r>
              <a:rPr lang="zh-CN" sz="1350">
                <a:solidFill>
                  <a:srgbClr val="5B6B7F"/>
                </a:solidFill>
                <a:latin typeface="Microsoft YaHei"/>
                <a:ea typeface="Microsoft YaHei"/>
              </a:rPr>
              <a:t>作业</a:t>
            </a:r>
            <a:r>
              <a:rPr lang="en-US" sz="1350">
                <a:solidFill>
                  <a:srgbClr val="5B6B7F"/>
                </a:solidFill>
                <a:latin typeface="Microsoft YaHei"/>
                <a:ea typeface="Microsoft YaHei"/>
              </a:rPr>
              <a:t> · </a:t>
            </a:r>
            <a:r>
              <a:rPr lang="zh-CN" sz="1350">
                <a:solidFill>
                  <a:srgbClr val="5B6B7F"/>
                </a:solidFill>
                <a:latin typeface="Microsoft YaHei"/>
                <a:ea typeface="Microsoft YaHei"/>
              </a:rPr>
              <a:t>问答</a:t>
            </a:r>
            <a:r>
              <a:rPr lang="en-US" sz="1350">
                <a:solidFill>
                  <a:srgbClr val="5B6B7F"/>
                </a:solidFill>
                <a:latin typeface="Microsoft YaHei"/>
                <a:ea typeface="Microsoft YaHei"/>
              </a:rPr>
              <a:t> · </a:t>
            </a:r>
            <a:r>
              <a:rPr lang="zh-CN" sz="1350">
                <a:solidFill>
                  <a:srgbClr val="5B6B7F"/>
                </a:solidFill>
                <a:latin typeface="Microsoft YaHei"/>
                <a:ea typeface="Microsoft YaHei"/>
              </a:rPr>
              <a:t>行为分散在各自系统，数据彼此孤立。</a:t>
            </a:r>
            <a:endParaRPr/>
          </a:p>
        </p:txBody>
      </p:sp>
      <p:sp>
        <p:nvSpPr>
          <p:cNvPr id="67" name=""/>
          <p:cNvSpPr/>
          <p:nvPr/>
        </p:nvSpPr>
        <p:spPr>
          <a:xfrm rot="0" flipH="0" flipV="0">
            <a:off x="10506075" y="1895475"/>
            <a:ext cx="885825" cy="304800"/>
          </a:xfrm>
          <a:prstGeom prst="roundRect">
            <a:avLst>
              <a:gd name="adj" fmla="val 46875"/>
            </a:avLst>
          </a:prstGeom>
          <a:solidFill>
            <a:srgbClr val="E8F1FA"/>
          </a:solidFill>
          <a:ln/>
        </p:spPr>
        <p:txBody>
          <a:bodyPr/>
          <a:p>
            <a:pPr/>
            <a:endParaRPr/>
          </a:p>
        </p:txBody>
      </p:sp>
      <p:sp>
        <p:nvSpPr>
          <p:cNvPr id="68" name="" descr="{&quot;isTemplate&quot;:true,&quot;type&quot;:&quot;text&quot;}"/>
          <p:cNvSpPr txBox="1"/>
          <p:nvPr/>
        </p:nvSpPr>
        <p:spPr>
          <a:xfrm rot="0" flipH="0" flipV="0">
            <a:off x="10639425" y="1962150"/>
            <a:ext cx="6191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0E7490"/>
                </a:solidFill>
                <a:latin typeface="Microsoft YaHei"/>
                <a:ea typeface="Microsoft YaHei"/>
              </a:rPr>
              <a:t>→ </a:t>
            </a:r>
            <a:r>
              <a:rPr lang="zh-CN" sz="1125" b="1">
                <a:solidFill>
                  <a:srgbClr val="0E7490"/>
                </a:solidFill>
                <a:latin typeface="Microsoft YaHei"/>
                <a:ea typeface="Microsoft YaHei"/>
              </a:rPr>
              <a:t>事件层</a:t>
            </a:r>
            <a:endParaRPr/>
          </a:p>
        </p:txBody>
      </p:sp>
      <p:sp>
        <p:nvSpPr>
          <p:cNvPr id="69" name=""/>
          <p:cNvSpPr/>
          <p:nvPr/>
        </p:nvSpPr>
        <p:spPr>
          <a:xfrm rot="0" flipH="0" flipV="0">
            <a:off x="4343400" y="2838450"/>
            <a:ext cx="7277100" cy="1276350"/>
          </a:xfrm>
          <a:prstGeom prst="roundRect">
            <a:avLst>
              <a:gd name="adj" fmla="val 8955"/>
            </a:avLst>
          </a:prstGeom>
          <a:solidFill>
            <a:srgbClr val="FFFFFF"/>
          </a:solidFill>
          <a:ln w="12700">
            <a:solidFill>
              <a:srgbClr val="D6E0EC"/>
            </a:solidFill>
            <a:prstDash val="solid"/>
          </a:ln>
          <a:effectLst>
            <a:outerShdw blurRad="101600" dist="38100" dir="5400000" sx="100000" sy="100000" kx="0" ky="0" algn="b" rotWithShape="0">
              <a:srgbClr val="0B2545">
                <a:alpha val="14000"/>
              </a:srgbClr>
            </a:outerShdw>
          </a:effectLst>
        </p:spPr>
        <p:txBody>
          <a:bodyPr/>
          <a:p>
            <a:pPr/>
            <a:endParaRPr/>
          </a:p>
        </p:txBody>
      </p:sp>
      <p:sp>
        <p:nvSpPr>
          <p:cNvPr id="70" name=""/>
          <p:cNvSpPr/>
          <p:nvPr/>
        </p:nvSpPr>
        <p:spPr>
          <a:xfrm rot="0" flipH="0" flipV="0">
            <a:off x="4572000" y="3257550"/>
            <a:ext cx="438150" cy="438150"/>
          </a:xfrm>
          <a:prstGeom prst="roundRect">
            <a:avLst>
              <a:gd name="adj" fmla="val 50000"/>
            </a:avLst>
          </a:prstGeom>
          <a:solidFill>
            <a:srgbClr val="E8F1FA"/>
          </a:solidFill>
          <a:ln/>
        </p:spPr>
        <p:txBody>
          <a:bodyPr/>
          <a:p>
            <a:pPr/>
            <a:endParaRPr/>
          </a:p>
        </p:txBody>
      </p:sp>
      <p:sp>
        <p:nvSpPr>
          <p:cNvPr id="71" name="" descr="{&quot;isTemplate&quot;:true,&quot;type&quot;:&quot;text&quot;}"/>
          <p:cNvSpPr txBox="1"/>
          <p:nvPr/>
        </p:nvSpPr>
        <p:spPr>
          <a:xfrm rot="0" flipH="0" flipV="0">
            <a:off x="4676775" y="3362325"/>
            <a:ext cx="2381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0E7490"/>
                </a:solidFill>
                <a:latin typeface="Microsoft YaHei"/>
                <a:ea typeface="Microsoft YaHei"/>
              </a:rPr>
              <a:t>02</a:t>
            </a:r>
            <a:endParaRPr/>
          </a:p>
        </p:txBody>
      </p:sp>
      <p:sp>
        <p:nvSpPr>
          <p:cNvPr id="72" name="" descr="{&quot;isTemplate&quot;:true,&quot;type&quot;:&quot;text&quot;}"/>
          <p:cNvSpPr txBox="1"/>
          <p:nvPr/>
        </p:nvSpPr>
        <p:spPr>
          <a:xfrm rot="0" flipH="0" flipV="0">
            <a:off x="5219700" y="3152775"/>
            <a:ext cx="493395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0B2545"/>
                </a:solidFill>
                <a:latin typeface="Microsoft YaHei"/>
                <a:ea typeface="Microsoft YaHei"/>
              </a:rPr>
              <a:t>状态不可解释</a:t>
            </a:r>
            <a:endParaRPr/>
          </a:p>
        </p:txBody>
      </p:sp>
      <p:sp>
        <p:nvSpPr>
          <p:cNvPr id="73" name="" descr="{&quot;isTemplate&quot;:true,&quot;type&quot;:&quot;text&quot;}"/>
          <p:cNvSpPr txBox="1"/>
          <p:nvPr/>
        </p:nvSpPr>
        <p:spPr>
          <a:xfrm rot="0" flipH="0" flipV="0">
            <a:off x="5219700" y="3495675"/>
            <a:ext cx="4933950" cy="3143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350">
                <a:solidFill>
                  <a:srgbClr val="5B6B7F"/>
                </a:solidFill>
                <a:latin typeface="Microsoft YaHei"/>
                <a:ea typeface="Microsoft YaHei"/>
              </a:rPr>
              <a:t>只有</a:t>
            </a:r>
            <a:r>
              <a:rPr lang="en-US" sz="1350">
                <a:solidFill>
                  <a:srgbClr val="5B6B7F"/>
                </a:solidFill>
                <a:latin typeface="Microsoft YaHei"/>
                <a:ea typeface="Microsoft YaHei"/>
              </a:rPr>
              <a:t>"</a:t>
            </a:r>
            <a:r>
              <a:rPr lang="zh-CN" sz="1350">
                <a:solidFill>
                  <a:srgbClr val="5B6B7F"/>
                </a:solidFill>
                <a:latin typeface="Microsoft YaHei"/>
                <a:ea typeface="Microsoft YaHei"/>
              </a:rPr>
              <a:t>优秀</a:t>
            </a:r>
            <a:r>
              <a:rPr lang="en-US" sz="1350">
                <a:solidFill>
                  <a:srgbClr val="5B6B7F"/>
                </a:solidFill>
                <a:latin typeface="Microsoft YaHei"/>
                <a:ea typeface="Microsoft YaHei"/>
              </a:rPr>
              <a:t> / </a:t>
            </a:r>
            <a:r>
              <a:rPr lang="zh-CN" sz="1350">
                <a:solidFill>
                  <a:srgbClr val="5B6B7F"/>
                </a:solidFill>
                <a:latin typeface="Microsoft YaHei"/>
                <a:ea typeface="Microsoft YaHei"/>
              </a:rPr>
              <a:t>困难</a:t>
            </a:r>
            <a:r>
              <a:rPr lang="en-US" sz="1350">
                <a:solidFill>
                  <a:srgbClr val="5B6B7F"/>
                </a:solidFill>
                <a:latin typeface="Microsoft YaHei"/>
                <a:ea typeface="Microsoft YaHei"/>
              </a:rPr>
              <a:t>"</a:t>
            </a:r>
            <a:r>
              <a:rPr lang="zh-CN" sz="1350">
                <a:solidFill>
                  <a:srgbClr val="5B6B7F"/>
                </a:solidFill>
                <a:latin typeface="Microsoft YaHei"/>
                <a:ea typeface="Microsoft YaHei"/>
              </a:rPr>
              <a:t>标签，无法回答为什么、依据是什么。</a:t>
            </a:r>
            <a:endParaRPr/>
          </a:p>
        </p:txBody>
      </p:sp>
      <p:sp>
        <p:nvSpPr>
          <p:cNvPr id="74" name=""/>
          <p:cNvSpPr/>
          <p:nvPr/>
        </p:nvSpPr>
        <p:spPr>
          <a:xfrm rot="0" flipH="0" flipV="0">
            <a:off x="10363200" y="3324225"/>
            <a:ext cx="1028700" cy="304800"/>
          </a:xfrm>
          <a:prstGeom prst="roundRect">
            <a:avLst>
              <a:gd name="adj" fmla="val 46875"/>
            </a:avLst>
          </a:prstGeom>
          <a:solidFill>
            <a:srgbClr val="E8F1FA"/>
          </a:solidFill>
          <a:ln/>
        </p:spPr>
        <p:txBody>
          <a:bodyPr/>
          <a:p>
            <a:pPr/>
            <a:endParaRPr/>
          </a:p>
        </p:txBody>
      </p:sp>
      <p:sp>
        <p:nvSpPr>
          <p:cNvPr id="75" name="" descr="{&quot;isTemplate&quot;:true,&quot;type&quot;:&quot;text&quot;}"/>
          <p:cNvSpPr txBox="1"/>
          <p:nvPr/>
        </p:nvSpPr>
        <p:spPr>
          <a:xfrm rot="0" flipH="0" flipV="0">
            <a:off x="10496550" y="3390900"/>
            <a:ext cx="762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0E7490"/>
                </a:solidFill>
                <a:latin typeface="Microsoft YaHei"/>
                <a:ea typeface="Microsoft YaHei"/>
              </a:rPr>
              <a:t>→ </a:t>
            </a:r>
            <a:r>
              <a:rPr lang="zh-CN" sz="1125" b="1">
                <a:solidFill>
                  <a:srgbClr val="0E7490"/>
                </a:solidFill>
                <a:latin typeface="Microsoft YaHei"/>
                <a:ea typeface="Microsoft YaHei"/>
              </a:rPr>
              <a:t>世界模型</a:t>
            </a:r>
            <a:endParaRPr/>
          </a:p>
        </p:txBody>
      </p:sp>
      <p:sp>
        <p:nvSpPr>
          <p:cNvPr id="76" name=""/>
          <p:cNvSpPr/>
          <p:nvPr/>
        </p:nvSpPr>
        <p:spPr>
          <a:xfrm rot="0" flipH="0" flipV="0">
            <a:off x="4343400" y="4267200"/>
            <a:ext cx="7277100" cy="1276350"/>
          </a:xfrm>
          <a:prstGeom prst="roundRect">
            <a:avLst>
              <a:gd name="adj" fmla="val 8955"/>
            </a:avLst>
          </a:prstGeom>
          <a:solidFill>
            <a:srgbClr val="FFFFFF"/>
          </a:solidFill>
          <a:ln w="12700">
            <a:solidFill>
              <a:srgbClr val="D6E0EC"/>
            </a:solidFill>
            <a:prstDash val="solid"/>
          </a:ln>
          <a:effectLst>
            <a:outerShdw blurRad="101600" dist="38100" dir="5400000" sx="100000" sy="100000" kx="0" ky="0" algn="b" rotWithShape="0">
              <a:srgbClr val="0B2545">
                <a:alpha val="14000"/>
              </a:srgbClr>
            </a:outerShdw>
          </a:effectLst>
        </p:spPr>
        <p:txBody>
          <a:bodyPr/>
          <a:p>
            <a:pPr/>
            <a:endParaRPr/>
          </a:p>
        </p:txBody>
      </p:sp>
      <p:sp>
        <p:nvSpPr>
          <p:cNvPr id="77" name=""/>
          <p:cNvSpPr/>
          <p:nvPr/>
        </p:nvSpPr>
        <p:spPr>
          <a:xfrm rot="0" flipH="0" flipV="0">
            <a:off x="4572000" y="4686300"/>
            <a:ext cx="438150" cy="438150"/>
          </a:xfrm>
          <a:prstGeom prst="roundRect">
            <a:avLst>
              <a:gd name="adj" fmla="val 50000"/>
            </a:avLst>
          </a:prstGeom>
          <a:solidFill>
            <a:srgbClr val="E8F1FA"/>
          </a:solidFill>
          <a:ln/>
        </p:spPr>
        <p:txBody>
          <a:bodyPr/>
          <a:p>
            <a:pPr/>
            <a:endParaRPr/>
          </a:p>
        </p:txBody>
      </p:sp>
      <p:sp>
        <p:nvSpPr>
          <p:cNvPr id="78" name="" descr="{&quot;isTemplate&quot;:true,&quot;type&quot;:&quot;text&quot;}"/>
          <p:cNvSpPr txBox="1"/>
          <p:nvPr/>
        </p:nvSpPr>
        <p:spPr>
          <a:xfrm rot="0" flipH="0" flipV="0">
            <a:off x="4676775" y="4791075"/>
            <a:ext cx="2381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0E7490"/>
                </a:solidFill>
                <a:latin typeface="Microsoft YaHei"/>
                <a:ea typeface="Microsoft YaHei"/>
              </a:rPr>
              <a:t>03</a:t>
            </a:r>
            <a:endParaRPr/>
          </a:p>
        </p:txBody>
      </p:sp>
      <p:sp>
        <p:nvSpPr>
          <p:cNvPr id="79" name="" descr="{&quot;isTemplate&quot;:true,&quot;type&quot;:&quot;text&quot;}"/>
          <p:cNvSpPr txBox="1"/>
          <p:nvPr/>
        </p:nvSpPr>
        <p:spPr>
          <a:xfrm rot="0" flipH="0" flipV="0">
            <a:off x="5219700" y="4581525"/>
            <a:ext cx="507682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0B2545"/>
                </a:solidFill>
                <a:latin typeface="Microsoft YaHei"/>
                <a:ea typeface="Microsoft YaHei"/>
              </a:rPr>
              <a:t>反馈无持续性</a:t>
            </a:r>
            <a:endParaRPr/>
          </a:p>
        </p:txBody>
      </p:sp>
      <p:sp>
        <p:nvSpPr>
          <p:cNvPr id="80" name="" descr="{&quot;isTemplate&quot;:true,&quot;type&quot;:&quot;text&quot;}"/>
          <p:cNvSpPr txBox="1"/>
          <p:nvPr/>
        </p:nvSpPr>
        <p:spPr>
          <a:xfrm rot="0" flipH="0" flipV="0">
            <a:off x="5219700" y="4924425"/>
            <a:ext cx="5076825" cy="3143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350">
                <a:solidFill>
                  <a:srgbClr val="5B6B7F"/>
                </a:solidFill>
                <a:latin typeface="Microsoft YaHei"/>
                <a:ea typeface="Microsoft YaHei"/>
              </a:rPr>
              <a:t>一次问答即结束，没有形成可延续的学习闭环。</a:t>
            </a:r>
            <a:endParaRPr/>
          </a:p>
        </p:txBody>
      </p:sp>
      <p:sp>
        <p:nvSpPr>
          <p:cNvPr id="81" name=""/>
          <p:cNvSpPr/>
          <p:nvPr/>
        </p:nvSpPr>
        <p:spPr>
          <a:xfrm rot="0" flipH="0" flipV="0">
            <a:off x="10506075" y="4752975"/>
            <a:ext cx="885825" cy="304800"/>
          </a:xfrm>
          <a:prstGeom prst="roundRect">
            <a:avLst>
              <a:gd name="adj" fmla="val 46875"/>
            </a:avLst>
          </a:prstGeom>
          <a:solidFill>
            <a:srgbClr val="E8F1FA"/>
          </a:solidFill>
          <a:ln/>
        </p:spPr>
        <p:txBody>
          <a:bodyPr/>
          <a:p>
            <a:pPr/>
            <a:endParaRPr/>
          </a:p>
        </p:txBody>
      </p:sp>
      <p:sp>
        <p:nvSpPr>
          <p:cNvPr id="82" name="" descr="{&quot;isTemplate&quot;:true,&quot;type&quot;:&quot;text&quot;}"/>
          <p:cNvSpPr txBox="1"/>
          <p:nvPr/>
        </p:nvSpPr>
        <p:spPr>
          <a:xfrm rot="0" flipH="0" flipV="0">
            <a:off x="10639425" y="4819650"/>
            <a:ext cx="6191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0E7490"/>
                </a:solidFill>
                <a:latin typeface="Microsoft YaHei"/>
                <a:ea typeface="Microsoft YaHei"/>
              </a:rPr>
              <a:t>→ </a:t>
            </a:r>
            <a:r>
              <a:rPr lang="zh-CN" sz="1125" b="1">
                <a:solidFill>
                  <a:srgbClr val="0E7490"/>
                </a:solidFill>
                <a:latin typeface="Microsoft YaHei"/>
                <a:ea typeface="Microsoft YaHei"/>
              </a:rPr>
              <a:t>智能体</a:t>
            </a:r>
            <a:endParaRPr/>
          </a:p>
        </p:txBody>
      </p:sp>
      <p:sp>
        <p:nvSpPr>
          <p:cNvPr id="83" name=""/>
          <p:cNvSpPr/>
          <p:nvPr/>
        </p:nvSpPr>
        <p:spPr>
          <a:xfrm rot="0" flipH="0" flipV="0">
            <a:off x="4343400" y="5695950"/>
            <a:ext cx="7277100" cy="647700"/>
          </a:xfrm>
          <a:prstGeom prst="roundRect">
            <a:avLst>
              <a:gd name="adj" fmla="val 17647"/>
            </a:avLst>
          </a:prstGeom>
          <a:solidFill>
            <a:srgbClr val="0B2545"/>
          </a:solidFill>
          <a:ln/>
          <a:effectLst>
            <a:outerShdw blurRad="101600" dist="38100" dir="5400000" sx="100000" sy="100000" kx="0" ky="0" algn="b" rotWithShape="0">
              <a:srgbClr val="0B2545">
                <a:alpha val="14000"/>
              </a:srgbClr>
            </a:outerShdw>
          </a:effectLst>
        </p:spPr>
        <p:txBody>
          <a:bodyPr/>
          <a:p>
            <a:pPr/>
            <a:endParaRPr/>
          </a:p>
        </p:txBody>
      </p:sp>
      <p:pic>
        <p:nvPicPr>
          <p:cNvPr id="84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4610100" y="5915025"/>
            <a:ext cx="209550" cy="209550"/>
          </a:xfrm>
          <a:prstGeom prst="rect">
            <a:avLst/>
          </a:prstGeom>
          <a:ln/>
        </p:spPr>
      </p:pic>
      <p:sp>
        <p:nvSpPr>
          <p:cNvPr id="85" name="" descr="{&quot;isTemplate&quot;:true,&quot;type&quot;:&quot;text&quot;}"/>
          <p:cNvSpPr txBox="1"/>
          <p:nvPr/>
        </p:nvSpPr>
        <p:spPr>
          <a:xfrm rot="0" flipH="0" flipV="0">
            <a:off x="4953000" y="5848350"/>
            <a:ext cx="4657725" cy="3524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650">
                <a:solidFill>
                  <a:srgbClr val="FFFFFF"/>
                </a:solidFill>
                <a:latin typeface="Microsoft YaHei"/>
                <a:ea typeface="Microsoft YaHei"/>
              </a:rPr>
              <a:t>因此需要：</a:t>
            </a:r>
            <a:r>
              <a:rPr lang="zh-CN" sz="1650" b="1">
                <a:solidFill>
                  <a:srgbClr val="5FD3E8"/>
                </a:solidFill>
                <a:latin typeface="Microsoft YaHei"/>
                <a:ea typeface="Microsoft YaHei"/>
              </a:rPr>
              <a:t>统一事件</a:t>
            </a:r>
            <a:r>
              <a:rPr lang="en-US" sz="1650" b="1">
                <a:solidFill>
                  <a:srgbClr val="5FD3E8"/>
                </a:solidFill>
                <a:latin typeface="Microsoft YaHei"/>
                <a:ea typeface="Microsoft YaHei"/>
              </a:rPr>
              <a:t> → </a:t>
            </a:r>
            <a:r>
              <a:rPr lang="zh-CN" sz="1650" b="1">
                <a:solidFill>
                  <a:srgbClr val="5FD3E8"/>
                </a:solidFill>
                <a:latin typeface="Microsoft YaHei"/>
                <a:ea typeface="Microsoft YaHei"/>
              </a:rPr>
              <a:t>可解释状态</a:t>
            </a:r>
            <a:r>
              <a:rPr lang="en-US" sz="1650" b="1">
                <a:solidFill>
                  <a:srgbClr val="5FD3E8"/>
                </a:solidFill>
                <a:latin typeface="Microsoft YaHei"/>
                <a:ea typeface="Microsoft YaHei"/>
              </a:rPr>
              <a:t> → </a:t>
            </a:r>
            <a:r>
              <a:rPr lang="zh-CN" sz="1650" b="1">
                <a:solidFill>
                  <a:srgbClr val="5FD3E8"/>
                </a:solidFill>
                <a:latin typeface="Microsoft YaHei"/>
                <a:ea typeface="Microsoft YaHei"/>
              </a:rPr>
              <a:t>持续干预。</a:t>
            </a:r>
            <a:endParaRPr/>
          </a:p>
        </p:txBody>
      </p:sp>
      <p:sp>
        <p:nvSpPr>
          <p:cNvPr id="86" name=""/>
          <p:cNvSpPr/>
          <p:nvPr/>
        </p:nvSpPr>
        <p:spPr>
          <a:xfrm rot="0" flipH="0" flipV="0">
            <a:off x="571500" y="6343650"/>
            <a:ext cx="11049000" cy="342900"/>
          </a:xfrm>
          <a:custGeom>
            <a:pathLst>
              <a:path w="1160" h="36">
                <a:moveTo>
                  <a:pt x="0" y="0"/>
                </a:moveTo>
                <a:lnTo>
                  <a:pt x="1160" y="0"/>
                </a:lnTo>
                <a:lnTo>
                  <a:pt x="1160" y="1"/>
                </a:lnTo>
                <a:lnTo>
                  <a:pt x="0" y="1"/>
                </a:lnTo>
                <a:close/>
              </a:path>
            </a:pathLst>
          </a:custGeom>
          <a:solidFill>
            <a:srgbClr val="E5EBF2"/>
          </a:solidFill>
          <a:ln/>
        </p:spPr>
        <p:txBody>
          <a:bodyPr/>
          <a:p>
            <a:pPr/>
            <a:endParaRPr/>
          </a:p>
        </p:txBody>
      </p:sp>
      <p:sp>
        <p:nvSpPr>
          <p:cNvPr id="87" name="" descr="{&quot;isTemplate&quot;:true,&quot;type&quot;:&quot;text&quot;}"/>
          <p:cNvSpPr txBox="1"/>
          <p:nvPr/>
        </p:nvSpPr>
        <p:spPr>
          <a:xfrm rot="0" flipH="0" flipV="0">
            <a:off x="571500" y="6467475"/>
            <a:ext cx="16002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spc="38">
                <a:solidFill>
                  <a:srgbClr val="8B97A8"/>
                </a:solidFill>
                <a:latin typeface="Microsoft YaHei"/>
                <a:ea typeface="Microsoft YaHei"/>
              </a:rPr>
              <a:t>CampusMateAI · </a:t>
            </a:r>
            <a:r>
              <a:rPr lang="zh-CN" sz="975" spc="38">
                <a:solidFill>
                  <a:srgbClr val="8B97A8"/>
                </a:solidFill>
                <a:latin typeface="Microsoft YaHei"/>
                <a:ea typeface="Microsoft YaHei"/>
              </a:rPr>
              <a:t>技术汇报</a:t>
            </a:r>
            <a:endParaRPr/>
          </a:p>
        </p:txBody>
      </p:sp>
      <p:sp>
        <p:nvSpPr>
          <p:cNvPr id="88" name="" descr="{&quot;isTemplate&quot;:true,&quot;type&quot;:&quot;text&quot;}"/>
          <p:cNvSpPr txBox="1"/>
          <p:nvPr/>
        </p:nvSpPr>
        <p:spPr>
          <a:xfrm rot="0" flipH="0" flipV="0">
            <a:off x="11115675" y="6457950"/>
            <a:ext cx="5048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 spc="38">
                <a:solidFill>
                  <a:srgbClr val="0B2545"/>
                </a:solidFill>
                <a:latin typeface="Microsoft YaHei"/>
                <a:ea typeface="Microsoft YaHei"/>
              </a:rPr>
              <a:t>02 / 09</a:t>
            </a:r>
            <a:endParaRPr/>
          </a:p>
        </p:txBody>
      </p:sp>
      <p:sp>
        <p:nvSpPr>
          <p:cNvPr id="89" name=""/>
          <p:cNvSpPr/>
          <p:nvPr/>
        </p:nvSpPr>
        <p:spPr>
          <a:xfrm rot="0" flipH="0" flipV="0">
            <a:off x="0" y="0"/>
            <a:ext cx="12192000" cy="57150"/>
          </a:xfrm>
          <a:prstGeom prst="rect">
            <a:avLst/>
          </a:prstGeom>
          <a:gradFill>
            <a:gsLst>
              <a:gs pos="0">
                <a:srgbClr val="0B2545"/>
              </a:gs>
              <a:gs pos="100000">
                <a:srgbClr val="0E7490"/>
              </a:gs>
            </a:gsLst>
            <a:lin ang="0" scaled="1"/>
          </a:gradFill>
          <a:ln/>
        </p:spPr>
        <p:txBody>
          <a:bodyPr/>
          <a:p>
            <a:pPr/>
            <a:endParaRPr/>
          </a:p>
        </p:txBody>
      </p:sp>
      <p:sp>
        <p:nvSpPr>
          <p:cNvPr id="90" name=""/>
          <p:cNvSpPr/>
          <p:nvPr/>
        </p:nvSpPr>
        <p:spPr>
          <a:xfrm rot="0" flipH="0" flipV="0">
            <a:off x="571500" y="1409700"/>
            <a:ext cx="3543300" cy="4933950"/>
          </a:xfrm>
          <a:prstGeom prst="roundRect">
            <a:avLst>
              <a:gd name="adj" fmla="val 4301"/>
            </a:avLst>
          </a:prstGeom>
          <a:solidFill>
            <a:srgbClr val="0B2545"/>
          </a:solidFill>
          <a:ln/>
          <a:effectLst>
            <a:outerShdw blurRad="101600" dist="38100" dir="5400000" sx="100000" sy="100000" kx="0" ky="0" algn="b" rotWithShape="0">
              <a:srgbClr val="0B2545">
                <a:alpha val="14000"/>
              </a:srgbClr>
            </a:outerShdw>
          </a:effectLst>
        </p:spPr>
        <p:txBody>
          <a:bodyPr/>
          <a:p>
            <a:pPr/>
            <a:endParaRPr/>
          </a:p>
        </p:txBody>
      </p:sp>
      <p:sp>
        <p:nvSpPr>
          <p:cNvPr id="91" name="" descr="{&quot;isTemplate&quot;:true,&quot;type&quot;:&quot;text&quot;}"/>
          <p:cNvSpPr txBox="1"/>
          <p:nvPr/>
        </p:nvSpPr>
        <p:spPr>
          <a:xfrm rot="0" flipH="0" flipV="0">
            <a:off x="819150" y="1676400"/>
            <a:ext cx="3048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 spc="75">
                <a:solidFill>
                  <a:srgbClr val="5FD3E8"/>
                </a:solidFill>
                <a:latin typeface="Microsoft YaHei"/>
                <a:ea typeface="Microsoft YaHei"/>
              </a:rPr>
              <a:t>核心研究问题</a:t>
            </a:r>
            <a:endParaRPr/>
          </a:p>
        </p:txBody>
      </p:sp>
      <p:sp>
        <p:nvSpPr>
          <p:cNvPr id="92" name="" descr="{&quot;isTemplate&quot;:true,&quot;type&quot;:&quot;text&quot;}"/>
          <p:cNvSpPr txBox="1"/>
          <p:nvPr/>
        </p:nvSpPr>
        <p:spPr>
          <a:xfrm rot="0" flipH="0" flipV="0">
            <a:off x="819150" y="2457450"/>
            <a:ext cx="3048000" cy="1514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900" b="1" spc="-300">
                <a:solidFill>
                  <a:srgbClr val="5FD3E8">
                    <a:alpha val="30000"/>
                  </a:srgbClr>
                </a:solidFill>
                <a:latin typeface="Microsoft YaHei"/>
                <a:ea typeface="Microsoft YaHei"/>
              </a:rPr>
              <a:t>?</a:t>
            </a:r>
            <a:endParaRPr/>
          </a:p>
        </p:txBody>
      </p:sp>
      <p:sp>
        <p:nvSpPr>
          <p:cNvPr id="93" name="" descr="{&quot;isTemplate&quot;:true,&quot;type&quot;:&quot;text&quot;}"/>
          <p:cNvSpPr txBox="1"/>
          <p:nvPr/>
        </p:nvSpPr>
        <p:spPr>
          <a:xfrm rot="0" flipH="0" flipV="0">
            <a:off x="819150" y="4552950"/>
            <a:ext cx="3048000" cy="895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2000"/>
              </a:lnSpc>
            </a:pPr>
            <a:r>
              <a:rPr lang="en-US" sz="1800" b="1">
                <a:solidFill>
                  <a:srgbClr val="FFFFFF"/>
                </a:solidFill>
                <a:latin typeface="Microsoft YaHei"/>
                <a:ea typeface="Microsoft YaHei"/>
              </a:rPr>
              <a:t>AI </a:t>
            </a:r>
            <a:r>
              <a:rPr lang="zh-CN" sz="1800" b="1">
                <a:solidFill>
                  <a:srgbClr val="FFFFFF"/>
                </a:solidFill>
                <a:latin typeface="Microsoft YaHei"/>
                <a:ea typeface="Microsoft YaHei"/>
              </a:rPr>
              <a:t>如何理解学生当前状态，并主动提供下一步学习支持？</a:t>
            </a:r>
            <a:endParaRPr/>
          </a:p>
        </p:txBody>
      </p:sp>
      <p:sp>
        <p:nvSpPr>
          <p:cNvPr id="94" name=""/>
          <p:cNvSpPr/>
          <p:nvPr/>
        </p:nvSpPr>
        <p:spPr>
          <a:xfrm rot="0" flipH="0" flipV="0">
            <a:off x="819150" y="5657850"/>
            <a:ext cx="3048000" cy="428625"/>
          </a:xfrm>
          <a:custGeom>
            <a:pathLst>
              <a:path w="320" h="45">
                <a:moveTo>
                  <a:pt x="0" y="0"/>
                </a:moveTo>
                <a:lnTo>
                  <a:pt x="320" y="0"/>
                </a:lnTo>
                <a:lnTo>
                  <a:pt x="320" y="1"/>
                </a:lnTo>
                <a:lnTo>
                  <a:pt x="0" y="1"/>
                </a:lnTo>
                <a:close/>
              </a:path>
            </a:pathLst>
          </a:custGeom>
          <a:solidFill>
            <a:srgbClr val="FFFFFF">
              <a:alpha val="16000"/>
            </a:srgbClr>
          </a:solidFill>
          <a:ln/>
          <a:effectLst>
            <a:outerShdw blurRad="101600" dist="38100" dir="5400000" sx="100000" sy="100000" kx="0" ky="0" algn="b" rotWithShape="0">
              <a:srgbClr val="0B2545">
                <a:alpha val="14000"/>
              </a:srgbClr>
            </a:outerShdw>
          </a:effectLst>
        </p:spPr>
        <p:txBody>
          <a:bodyPr/>
          <a:p>
            <a:pPr/>
            <a:endParaRPr/>
          </a:p>
        </p:txBody>
      </p:sp>
      <p:sp>
        <p:nvSpPr>
          <p:cNvPr id="95" name="" descr="{&quot;isTemplate&quot;:true,&quot;type&quot;:&quot;text&quot;}"/>
          <p:cNvSpPr txBox="1"/>
          <p:nvPr/>
        </p:nvSpPr>
        <p:spPr>
          <a:xfrm rot="0" flipH="0" flipV="0">
            <a:off x="819150" y="5819775"/>
            <a:ext cx="30480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FFFFFF">
                    <a:alpha val="62000"/>
                  </a:srgbClr>
                </a:solidFill>
                <a:latin typeface="Microsoft YaHei"/>
                <a:ea typeface="Microsoft YaHei"/>
              </a:rPr>
              <a:t>从被动响应问题，转向主动支持下一步。</a:t>
            </a:r>
            <a:endParaRPr/>
          </a:p>
        </p:txBody>
      </p:sp>
      <p:sp>
        <p:nvSpPr>
          <p:cNvPr id="96" name=""/>
          <p:cNvSpPr/>
          <p:nvPr/>
        </p:nvSpPr>
        <p:spPr>
          <a:xfrm rot="0" flipH="0" flipV="0">
            <a:off x="3524250" y="1619250"/>
            <a:ext cx="381000" cy="19050"/>
          </a:xfrm>
          <a:prstGeom prst="rect">
            <a:avLst/>
          </a:prstGeom>
          <a:solidFill>
            <a:srgbClr val="5FD3E8">
              <a:alpha val="45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97" name=""/>
          <p:cNvSpPr/>
          <p:nvPr/>
        </p:nvSpPr>
        <p:spPr>
          <a:xfrm rot="0" flipH="0" flipV="0">
            <a:off x="3886200" y="1619250"/>
            <a:ext cx="19050" cy="381000"/>
          </a:xfrm>
          <a:prstGeom prst="rect">
            <a:avLst/>
          </a:prstGeom>
          <a:solidFill>
            <a:srgbClr val="5FD3E8">
              <a:alpha val="45000"/>
            </a:srgbClr>
          </a:solidFill>
          <a:ln/>
        </p:spPr>
        <p:txBody>
          <a:bodyPr/>
          <a:p>
            <a:pPr/>
            <a:endParaRPr/>
          </a:p>
        </p:txBody>
      </p:sp>
    </p:spTree>
  </p:cSld>
</p:sld>
</file>

<file path=ppt/slides/slide3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9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100" name=""/>
          <p:cNvSpPr/>
          <p:nvPr/>
        </p:nvSpPr>
        <p:spPr>
          <a:xfrm rot="0" flipH="0" flipV="0">
            <a:off x="571500" y="266700"/>
            <a:ext cx="28575" cy="171450"/>
          </a:xfrm>
          <a:prstGeom prst="roundRect">
            <a:avLst>
              <a:gd name="adj" fmla="val 66667"/>
            </a:avLst>
          </a:prstGeom>
          <a:solidFill>
            <a:srgbClr val="0E7490"/>
          </a:solidFill>
          <a:ln/>
        </p:spPr>
        <p:txBody>
          <a:bodyPr/>
          <a:p>
            <a:pPr/>
            <a:endParaRPr/>
          </a:p>
        </p:txBody>
      </p:sp>
      <p:sp>
        <p:nvSpPr>
          <p:cNvPr id="101" name="" descr="{&quot;isTemplate&quot;:true,&quot;type&quot;:&quot;text&quot;}"/>
          <p:cNvSpPr txBox="1"/>
          <p:nvPr/>
        </p:nvSpPr>
        <p:spPr>
          <a:xfrm rot="0" flipH="0" flipV="0">
            <a:off x="695325" y="276225"/>
            <a:ext cx="29622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 spc="38">
                <a:solidFill>
                  <a:srgbClr val="0E7490"/>
                </a:solidFill>
                <a:latin typeface="Microsoft YaHei"/>
                <a:ea typeface="Microsoft YaHei"/>
              </a:rPr>
              <a:t>02 · </a:t>
            </a:r>
            <a:r>
              <a:rPr lang="zh-CN" sz="1050" b="1" spc="38">
                <a:solidFill>
                  <a:srgbClr val="0E7490"/>
                </a:solidFill>
                <a:latin typeface="Microsoft YaHei"/>
                <a:ea typeface="Microsoft YaHei"/>
              </a:rPr>
              <a:t>总体技术路线</a:t>
            </a:r>
            <a:r>
              <a:rPr lang="en-US" sz="1050" b="1" spc="38">
                <a:solidFill>
                  <a:srgbClr val="0E7490"/>
                </a:solidFill>
                <a:latin typeface="Microsoft YaHei"/>
                <a:ea typeface="Microsoft YaHei"/>
              </a:rPr>
              <a:t>  SYSTEM ARCHITECTURE</a:t>
            </a:r>
            <a:endParaRPr/>
          </a:p>
        </p:txBody>
      </p:sp>
      <p:sp>
        <p:nvSpPr>
          <p:cNvPr id="102" name="" descr="{&quot;isTemplate&quot;:true,&quot;type&quot;:&quot;text&quot;}"/>
          <p:cNvSpPr txBox="1"/>
          <p:nvPr/>
        </p:nvSpPr>
        <p:spPr>
          <a:xfrm rot="0" flipH="0" flipV="0">
            <a:off x="10325100" y="266700"/>
            <a:ext cx="12954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38">
                <a:solidFill>
                  <a:srgbClr val="8B97A8"/>
                </a:solidFill>
                <a:latin typeface="Microsoft YaHei"/>
                <a:ea typeface="Microsoft YaHei"/>
              </a:rPr>
              <a:t>5 </a:t>
            </a:r>
            <a:r>
              <a:rPr lang="zh-CN" sz="1125" spc="38">
                <a:solidFill>
                  <a:srgbClr val="8B97A8"/>
                </a:solidFill>
                <a:latin typeface="Microsoft YaHei"/>
                <a:ea typeface="Microsoft YaHei"/>
              </a:rPr>
              <a:t>层结构</a:t>
            </a:r>
            <a:r>
              <a:rPr lang="en-US" sz="1125" spc="38">
                <a:solidFill>
                  <a:srgbClr val="8B97A8"/>
                </a:solidFill>
                <a:latin typeface="Microsoft YaHei"/>
                <a:ea typeface="Microsoft YaHei"/>
              </a:rPr>
              <a:t> · 1 </a:t>
            </a:r>
            <a:r>
              <a:rPr lang="zh-CN" sz="1125" spc="38">
                <a:solidFill>
                  <a:srgbClr val="8B97A8"/>
                </a:solidFill>
                <a:latin typeface="Microsoft YaHei"/>
                <a:ea typeface="Microsoft YaHei"/>
              </a:rPr>
              <a:t>个闭环</a:t>
            </a:r>
            <a:endParaRPr/>
          </a:p>
        </p:txBody>
      </p:sp>
      <p:sp>
        <p:nvSpPr>
          <p:cNvPr id="103" name="" descr="{&quot;isTemplate&quot;:true,&quot;type&quot;:&quot;text&quot;}"/>
          <p:cNvSpPr txBox="1"/>
          <p:nvPr/>
        </p:nvSpPr>
        <p:spPr>
          <a:xfrm rot="0" flipH="0" flipV="0">
            <a:off x="571500" y="533400"/>
            <a:ext cx="11049000" cy="485775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en-US" sz="2550" b="1">
                <a:solidFill>
                  <a:srgbClr val="0B2545"/>
                </a:solidFill>
                <a:latin typeface="Microsoft YaHei"/>
                <a:ea typeface="Microsoft YaHei"/>
              </a:rPr>
              <a:t>CampusMateAI </a:t>
            </a:r>
            <a:r>
              <a:rPr lang="zh-CN" sz="2550" b="1">
                <a:solidFill>
                  <a:srgbClr val="0B2545"/>
                </a:solidFill>
                <a:latin typeface="Microsoft YaHei"/>
                <a:ea typeface="Microsoft YaHei"/>
              </a:rPr>
              <a:t>总体技术路线</a:t>
            </a:r>
            <a:endParaRPr/>
          </a:p>
        </p:txBody>
      </p:sp>
      <p:sp>
        <p:nvSpPr>
          <p:cNvPr id="104" name=""/>
          <p:cNvSpPr/>
          <p:nvPr/>
        </p:nvSpPr>
        <p:spPr>
          <a:xfrm rot="0" flipH="0" flipV="0">
            <a:off x="571500" y="1190625"/>
            <a:ext cx="11049000" cy="9525"/>
          </a:xfrm>
          <a:prstGeom prst="rect">
            <a:avLst/>
          </a:prstGeom>
          <a:solidFill>
            <a:srgbClr val="D6E0EC"/>
          </a:solidFill>
          <a:ln/>
        </p:spPr>
        <p:txBody>
          <a:bodyPr/>
          <a:p>
            <a:pPr/>
            <a:endParaRPr/>
          </a:p>
        </p:txBody>
      </p:sp>
      <p:sp>
        <p:nvSpPr>
          <p:cNvPr id="105" name=""/>
          <p:cNvSpPr/>
          <p:nvPr/>
        </p:nvSpPr>
        <p:spPr>
          <a:xfrm rot="0" flipH="0" flipV="0">
            <a:off x="609600" y="1409700"/>
            <a:ext cx="11049000" cy="438150"/>
          </a:xfrm>
          <a:prstGeom prst="rect">
            <a:avLst/>
          </a:prstGeom>
          <a:solidFill>
            <a:srgbClr val="F5F9FD"/>
          </a:solidFill>
          <a:ln/>
        </p:spPr>
        <p:txBody>
          <a:bodyPr/>
          <a:p>
            <a:pPr/>
            <a:endParaRPr/>
          </a:p>
        </p:txBody>
      </p:sp>
      <p:sp>
        <p:nvSpPr>
          <p:cNvPr id="106" name=""/>
          <p:cNvSpPr/>
          <p:nvPr/>
        </p:nvSpPr>
        <p:spPr>
          <a:xfrm rot="0" flipH="0" flipV="0">
            <a:off x="571500" y="1409700"/>
            <a:ext cx="11087100" cy="438150"/>
          </a:xfrm>
          <a:custGeom>
            <a:pathLst>
              <a:path w="1164" h="46">
                <a:moveTo>
                  <a:pt x="0" y="0"/>
                </a:moveTo>
                <a:lnTo>
                  <a:pt x="4" y="0"/>
                </a:lnTo>
                <a:lnTo>
                  <a:pt x="4" y="46"/>
                </a:lnTo>
                <a:lnTo>
                  <a:pt x="0" y="46"/>
                </a:lnTo>
                <a:close/>
              </a:path>
            </a:pathLst>
          </a:custGeom>
          <a:solidFill>
            <a:srgbClr val="0E7490"/>
          </a:solidFill>
          <a:ln/>
          <a:effectLst>
            <a:outerShdw blurRad="101600" dist="38100" dir="5400000" sx="100000" sy="100000" kx="0" ky="0" algn="b" rotWithShape="0">
              <a:srgbClr val="0B2545">
                <a:alpha val="14000"/>
              </a:srgbClr>
            </a:outerShdw>
          </a:effectLst>
        </p:spPr>
        <p:txBody>
          <a:bodyPr/>
          <a:p>
            <a:pPr/>
            <a:endParaRPr/>
          </a:p>
        </p:txBody>
      </p:sp>
      <p:sp>
        <p:nvSpPr>
          <p:cNvPr id="107" name="" descr="{&quot;isTemplate&quot;:true,&quot;type&quot;:&quot;text&quot;}"/>
          <p:cNvSpPr txBox="1"/>
          <p:nvPr/>
        </p:nvSpPr>
        <p:spPr>
          <a:xfrm rot="0" flipH="0" flipV="0">
            <a:off x="762000" y="1457325"/>
            <a:ext cx="5781675" cy="3524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650">
                <a:solidFill>
                  <a:srgbClr val="12233A"/>
                </a:solidFill>
                <a:latin typeface="Microsoft YaHei"/>
                <a:ea typeface="Microsoft YaHei"/>
              </a:rPr>
              <a:t>事件</a:t>
            </a:r>
            <a:r>
              <a:rPr lang="en-US" sz="1650">
                <a:solidFill>
                  <a:srgbClr val="12233A"/>
                </a:solidFill>
                <a:latin typeface="Microsoft YaHei"/>
                <a:ea typeface="Microsoft YaHei"/>
              </a:rPr>
              <a:t> → </a:t>
            </a:r>
            <a:r>
              <a:rPr lang="zh-CN" sz="1650">
                <a:solidFill>
                  <a:srgbClr val="12233A"/>
                </a:solidFill>
                <a:latin typeface="Microsoft YaHei"/>
                <a:ea typeface="Microsoft YaHei"/>
              </a:rPr>
              <a:t>状态</a:t>
            </a:r>
            <a:r>
              <a:rPr lang="en-US" sz="1650">
                <a:solidFill>
                  <a:srgbClr val="12233A"/>
                </a:solidFill>
                <a:latin typeface="Microsoft YaHei"/>
                <a:ea typeface="Microsoft YaHei"/>
              </a:rPr>
              <a:t> → Agent </a:t>
            </a:r>
            <a:r>
              <a:rPr lang="zh-CN" sz="1650">
                <a:solidFill>
                  <a:srgbClr val="12233A"/>
                </a:solidFill>
                <a:latin typeface="Microsoft YaHei"/>
                <a:ea typeface="Microsoft YaHei"/>
              </a:rPr>
              <a:t>推理</a:t>
            </a:r>
            <a:r>
              <a:rPr lang="en-US" sz="1650">
                <a:solidFill>
                  <a:srgbClr val="12233A"/>
                </a:solidFill>
                <a:latin typeface="Microsoft YaHei"/>
                <a:ea typeface="Microsoft YaHei"/>
              </a:rPr>
              <a:t> → </a:t>
            </a:r>
            <a:r>
              <a:rPr lang="zh-CN" sz="1650">
                <a:solidFill>
                  <a:srgbClr val="12233A"/>
                </a:solidFill>
                <a:latin typeface="Microsoft YaHei"/>
                <a:ea typeface="Microsoft YaHei"/>
              </a:rPr>
              <a:t>干预</a:t>
            </a:r>
            <a:r>
              <a:rPr lang="en-US" sz="1650">
                <a:solidFill>
                  <a:srgbClr val="12233A"/>
                </a:solidFill>
                <a:latin typeface="Microsoft YaHei"/>
                <a:ea typeface="Microsoft YaHei"/>
              </a:rPr>
              <a:t> → </a:t>
            </a:r>
            <a:r>
              <a:rPr lang="zh-CN" sz="1650">
                <a:solidFill>
                  <a:srgbClr val="12233A"/>
                </a:solidFill>
                <a:latin typeface="Microsoft YaHei"/>
                <a:ea typeface="Microsoft YaHei"/>
              </a:rPr>
              <a:t>新事件，形成</a:t>
            </a:r>
            <a:r>
              <a:rPr lang="zh-CN" sz="1650" b="1">
                <a:solidFill>
                  <a:srgbClr val="0E7490"/>
                </a:solidFill>
                <a:latin typeface="Microsoft YaHei"/>
                <a:ea typeface="Microsoft YaHei"/>
              </a:rPr>
              <a:t>学习闭环</a:t>
            </a:r>
            <a:endParaRPr/>
          </a:p>
        </p:txBody>
      </p:sp>
      <p:sp>
        <p:nvSpPr>
          <p:cNvPr id="108" name=""/>
          <p:cNvSpPr/>
          <p:nvPr/>
        </p:nvSpPr>
        <p:spPr>
          <a:xfrm rot="0" flipH="0" flipV="0">
            <a:off x="571500" y="2000250"/>
            <a:ext cx="8058150" cy="666750"/>
          </a:xfrm>
          <a:prstGeom prst="roundRect">
            <a:avLst>
              <a:gd name="adj" fmla="val 14286"/>
            </a:avLst>
          </a:prstGeom>
          <a:solidFill>
            <a:srgbClr val="E8F1FA"/>
          </a:solidFill>
          <a:ln/>
          <a:effectLst>
            <a:outerShdw blurRad="101600" dist="38100" dir="5400000" sx="100000" sy="100000" kx="0" ky="0" algn="b" rotWithShape="0">
              <a:srgbClr val="0B2545">
                <a:alpha val="14000"/>
              </a:srgbClr>
            </a:outerShdw>
          </a:effectLst>
        </p:spPr>
        <p:txBody>
          <a:bodyPr/>
          <a:p>
            <a:pPr/>
            <a:endParaRPr/>
          </a:p>
        </p:txBody>
      </p:sp>
      <p:sp>
        <p:nvSpPr>
          <p:cNvPr id="109" name="" descr="{&quot;isTemplate&quot;:true,&quot;type&quot;:&quot;text&quot;}"/>
          <p:cNvSpPr txBox="1"/>
          <p:nvPr/>
        </p:nvSpPr>
        <p:spPr>
          <a:xfrm rot="0" flipH="0" flipV="0">
            <a:off x="800100" y="2181225"/>
            <a:ext cx="43815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0E7490"/>
                </a:solidFill>
                <a:latin typeface="Microsoft YaHei"/>
                <a:ea typeface="Microsoft YaHei"/>
              </a:rPr>
              <a:t>01</a:t>
            </a:r>
            <a:endParaRPr/>
          </a:p>
        </p:txBody>
      </p:sp>
      <p:sp>
        <p:nvSpPr>
          <p:cNvPr id="110" name="" descr="{&quot;isTemplate&quot;:true,&quot;type&quot;:&quot;text&quot;}"/>
          <p:cNvSpPr txBox="1"/>
          <p:nvPr/>
        </p:nvSpPr>
        <p:spPr>
          <a:xfrm rot="0" flipH="0" flipV="0">
            <a:off x="1428750" y="2124075"/>
            <a:ext cx="22479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0B2545"/>
                </a:solidFill>
                <a:latin typeface="Microsoft YaHei"/>
                <a:ea typeface="Microsoft YaHei"/>
              </a:rPr>
              <a:t>DATA</a:t>
            </a:r>
            <a:endParaRPr/>
          </a:p>
        </p:txBody>
      </p:sp>
      <p:sp>
        <p:nvSpPr>
          <p:cNvPr id="111" name="" descr="{&quot;isTemplate&quot;:true,&quot;type&quot;:&quot;text&quot;}"/>
          <p:cNvSpPr txBox="1"/>
          <p:nvPr/>
        </p:nvSpPr>
        <p:spPr>
          <a:xfrm rot="0" flipH="0" flipV="0">
            <a:off x="1428750" y="2371725"/>
            <a:ext cx="22479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B6B7F"/>
                </a:solidFill>
                <a:latin typeface="Microsoft YaHei"/>
                <a:ea typeface="Microsoft YaHei"/>
              </a:rPr>
              <a:t>数据层</a:t>
            </a:r>
            <a:endParaRPr/>
          </a:p>
        </p:txBody>
      </p:sp>
      <p:sp>
        <p:nvSpPr>
          <p:cNvPr id="112" name=""/>
          <p:cNvSpPr/>
          <p:nvPr/>
        </p:nvSpPr>
        <p:spPr>
          <a:xfrm rot="0" flipH="0" flipV="0">
            <a:off x="3867150" y="2181225"/>
            <a:ext cx="9525" cy="304800"/>
          </a:xfrm>
          <a:prstGeom prst="rect">
            <a:avLst/>
          </a:prstGeom>
          <a:solidFill>
            <a:srgbClr val="C3D4E4"/>
          </a:solidFill>
          <a:ln/>
        </p:spPr>
        <p:txBody>
          <a:bodyPr/>
          <a:p>
            <a:pPr/>
            <a:endParaRPr/>
          </a:p>
        </p:txBody>
      </p:sp>
      <p:sp>
        <p:nvSpPr>
          <p:cNvPr id="113" name="" descr="{&quot;isTemplate&quot;:true,&quot;type&quot;:&quot;text&quot;}"/>
          <p:cNvSpPr txBox="1"/>
          <p:nvPr/>
        </p:nvSpPr>
        <p:spPr>
          <a:xfrm rot="0" flipH="0" flipV="0">
            <a:off x="4067175" y="2219325"/>
            <a:ext cx="43338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12233A"/>
                </a:solidFill>
                <a:latin typeface="Microsoft YaHei"/>
                <a:ea typeface="Microsoft YaHei"/>
              </a:rPr>
              <a:t>教务</a:t>
            </a:r>
            <a:r>
              <a:rPr lang="en-US" sz="1500">
                <a:solidFill>
                  <a:srgbClr val="12233A"/>
                </a:solidFill>
                <a:latin typeface="Microsoft YaHei"/>
                <a:ea typeface="Microsoft YaHei"/>
              </a:rPr>
              <a:t> · </a:t>
            </a:r>
            <a:r>
              <a:rPr lang="zh-CN" sz="1500">
                <a:solidFill>
                  <a:srgbClr val="12233A"/>
                </a:solidFill>
                <a:latin typeface="Microsoft YaHei"/>
                <a:ea typeface="Microsoft YaHei"/>
              </a:rPr>
              <a:t>学习平台</a:t>
            </a:r>
            <a:r>
              <a:rPr lang="en-US" sz="1500">
                <a:solidFill>
                  <a:srgbClr val="12233A"/>
                </a:solidFill>
                <a:latin typeface="Microsoft YaHei"/>
                <a:ea typeface="Microsoft YaHei"/>
              </a:rPr>
              <a:t> · </a:t>
            </a:r>
            <a:r>
              <a:rPr lang="zh-CN" sz="1500">
                <a:solidFill>
                  <a:srgbClr val="12233A"/>
                </a:solidFill>
                <a:latin typeface="Microsoft YaHei"/>
                <a:ea typeface="Microsoft YaHei"/>
              </a:rPr>
              <a:t>作业</a:t>
            </a:r>
            <a:r>
              <a:rPr lang="en-US" sz="1500">
                <a:solidFill>
                  <a:srgbClr val="12233A"/>
                </a:solidFill>
                <a:latin typeface="Microsoft YaHei"/>
                <a:ea typeface="Microsoft YaHei"/>
              </a:rPr>
              <a:t> · </a:t>
            </a:r>
            <a:r>
              <a:rPr lang="zh-CN" sz="1500">
                <a:solidFill>
                  <a:srgbClr val="12233A"/>
                </a:solidFill>
                <a:latin typeface="Microsoft YaHei"/>
                <a:ea typeface="Microsoft YaHei"/>
              </a:rPr>
              <a:t>行为</a:t>
            </a:r>
            <a:r>
              <a:rPr lang="en-US" sz="1500">
                <a:solidFill>
                  <a:srgbClr val="12233A"/>
                </a:solidFill>
                <a:latin typeface="Microsoft YaHei"/>
                <a:ea typeface="Microsoft YaHei"/>
              </a:rPr>
              <a:t> · AI </a:t>
            </a:r>
            <a:r>
              <a:rPr lang="zh-CN" sz="1500">
                <a:solidFill>
                  <a:srgbClr val="12233A"/>
                </a:solidFill>
                <a:latin typeface="Microsoft YaHei"/>
                <a:ea typeface="Microsoft YaHei"/>
              </a:rPr>
              <a:t>问答</a:t>
            </a:r>
            <a:endParaRPr/>
          </a:p>
        </p:txBody>
      </p:sp>
      <p:sp>
        <p:nvSpPr>
          <p:cNvPr id="114" name=""/>
          <p:cNvSpPr/>
          <p:nvPr/>
        </p:nvSpPr>
        <p:spPr>
          <a:xfrm rot="0" flipH="0" flipV="0">
            <a:off x="571500" y="2762250"/>
            <a:ext cx="8058150" cy="657225"/>
          </a:xfrm>
          <a:prstGeom prst="roundRect">
            <a:avLst>
              <a:gd name="adj" fmla="val 14493"/>
            </a:avLst>
          </a:prstGeom>
          <a:solidFill>
            <a:srgbClr val="FFFFFF"/>
          </a:solidFill>
          <a:ln w="12700">
            <a:solidFill>
              <a:srgbClr val="D6E0EC"/>
            </a:solidFill>
            <a:prstDash val="solid"/>
          </a:ln>
          <a:effectLst>
            <a:outerShdw blurRad="101600" dist="38100" dir="5400000" sx="100000" sy="100000" kx="0" ky="0" algn="b" rotWithShape="0">
              <a:srgbClr val="0B2545">
                <a:alpha val="14000"/>
              </a:srgbClr>
            </a:outerShdw>
          </a:effectLst>
        </p:spPr>
        <p:txBody>
          <a:bodyPr/>
          <a:p>
            <a:pPr/>
            <a:endParaRPr/>
          </a:p>
        </p:txBody>
      </p:sp>
      <p:sp>
        <p:nvSpPr>
          <p:cNvPr id="115" name="" descr="{&quot;isTemplate&quot;:true,&quot;type&quot;:&quot;text&quot;}"/>
          <p:cNvSpPr txBox="1"/>
          <p:nvPr/>
        </p:nvSpPr>
        <p:spPr>
          <a:xfrm rot="0" flipH="0" flipV="0">
            <a:off x="800100" y="2943225"/>
            <a:ext cx="43815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0E7490"/>
                </a:solidFill>
                <a:latin typeface="Microsoft YaHei"/>
                <a:ea typeface="Microsoft YaHei"/>
              </a:rPr>
              <a:t>02</a:t>
            </a:r>
            <a:endParaRPr/>
          </a:p>
        </p:txBody>
      </p:sp>
      <p:sp>
        <p:nvSpPr>
          <p:cNvPr id="116" name="" descr="{&quot;isTemplate&quot;:true,&quot;type&quot;:&quot;text&quot;}"/>
          <p:cNvSpPr txBox="1"/>
          <p:nvPr/>
        </p:nvSpPr>
        <p:spPr>
          <a:xfrm rot="0" flipH="0" flipV="0">
            <a:off x="1428750" y="2886075"/>
            <a:ext cx="22479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0B2545"/>
                </a:solidFill>
                <a:latin typeface="Microsoft YaHei"/>
                <a:ea typeface="Microsoft YaHei"/>
              </a:rPr>
              <a:t>Learning Event Layer</a:t>
            </a:r>
            <a:endParaRPr/>
          </a:p>
        </p:txBody>
      </p:sp>
      <p:sp>
        <p:nvSpPr>
          <p:cNvPr id="117" name="" descr="{&quot;isTemplate&quot;:true,&quot;type&quot;:&quot;text&quot;}"/>
          <p:cNvSpPr txBox="1"/>
          <p:nvPr/>
        </p:nvSpPr>
        <p:spPr>
          <a:xfrm rot="0" flipH="0" flipV="0">
            <a:off x="1428750" y="3133725"/>
            <a:ext cx="22479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B6B7F"/>
                </a:solidFill>
                <a:latin typeface="Microsoft YaHei"/>
                <a:ea typeface="Microsoft YaHei"/>
              </a:rPr>
              <a:t>事件层</a:t>
            </a:r>
            <a:endParaRPr/>
          </a:p>
        </p:txBody>
      </p:sp>
      <p:sp>
        <p:nvSpPr>
          <p:cNvPr id="118" name=""/>
          <p:cNvSpPr/>
          <p:nvPr/>
        </p:nvSpPr>
        <p:spPr>
          <a:xfrm rot="0" flipH="0" flipV="0">
            <a:off x="3867150" y="2943225"/>
            <a:ext cx="9525" cy="304800"/>
          </a:xfrm>
          <a:prstGeom prst="rect">
            <a:avLst/>
          </a:prstGeom>
          <a:solidFill>
            <a:srgbClr val="D6E0EC"/>
          </a:solidFill>
          <a:ln/>
        </p:spPr>
        <p:txBody>
          <a:bodyPr/>
          <a:p>
            <a:pPr/>
            <a:endParaRPr/>
          </a:p>
        </p:txBody>
      </p:sp>
      <p:sp>
        <p:nvSpPr>
          <p:cNvPr id="119" name="" descr="{&quot;isTemplate&quot;:true,&quot;type&quot;:&quot;text&quot;}"/>
          <p:cNvSpPr txBox="1"/>
          <p:nvPr/>
        </p:nvSpPr>
        <p:spPr>
          <a:xfrm rot="0" flipH="0" flipV="0">
            <a:off x="4067175" y="2981325"/>
            <a:ext cx="43338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12233A"/>
                </a:solidFill>
                <a:latin typeface="Microsoft YaHei"/>
                <a:ea typeface="Microsoft YaHei"/>
              </a:rPr>
              <a:t>统一学习事件</a:t>
            </a:r>
            <a:r>
              <a:rPr lang="en-US" sz="1500">
                <a:solidFill>
                  <a:srgbClr val="12233A"/>
                </a:solidFill>
                <a:latin typeface="Microsoft YaHei"/>
                <a:ea typeface="Microsoft YaHei"/>
              </a:rPr>
              <a:t> · </a:t>
            </a:r>
            <a:r>
              <a:rPr lang="zh-CN" sz="1500">
                <a:solidFill>
                  <a:srgbClr val="12233A"/>
                </a:solidFill>
                <a:latin typeface="Microsoft YaHei"/>
                <a:ea typeface="Microsoft YaHei"/>
              </a:rPr>
              <a:t>只记录事实</a:t>
            </a:r>
            <a:endParaRPr/>
          </a:p>
        </p:txBody>
      </p:sp>
      <p:sp>
        <p:nvSpPr>
          <p:cNvPr id="120" name=""/>
          <p:cNvSpPr/>
          <p:nvPr/>
        </p:nvSpPr>
        <p:spPr>
          <a:xfrm rot="0" flipH="0" flipV="0">
            <a:off x="571500" y="3514725"/>
            <a:ext cx="8058150" cy="666750"/>
          </a:xfrm>
          <a:prstGeom prst="roundRect">
            <a:avLst>
              <a:gd name="adj" fmla="val 14286"/>
            </a:avLst>
          </a:prstGeom>
          <a:solidFill>
            <a:srgbClr val="0B2545"/>
          </a:solidFill>
          <a:ln/>
          <a:effectLst>
            <a:outerShdw blurRad="101600" dist="38100" dir="5400000" sx="100000" sy="100000" kx="0" ky="0" algn="b" rotWithShape="0">
              <a:srgbClr val="0B2545">
                <a:alpha val="14000"/>
              </a:srgbClr>
            </a:outerShdw>
          </a:effectLst>
        </p:spPr>
        <p:txBody>
          <a:bodyPr/>
          <a:p>
            <a:pPr/>
            <a:endParaRPr/>
          </a:p>
        </p:txBody>
      </p:sp>
      <p:sp>
        <p:nvSpPr>
          <p:cNvPr id="121" name="" descr="{&quot;isTemplate&quot;:true,&quot;type&quot;:&quot;text&quot;}"/>
          <p:cNvSpPr txBox="1"/>
          <p:nvPr/>
        </p:nvSpPr>
        <p:spPr>
          <a:xfrm rot="0" flipH="0" flipV="0">
            <a:off x="800100" y="3695700"/>
            <a:ext cx="43815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5FD3E8"/>
                </a:solidFill>
                <a:latin typeface="Microsoft YaHei"/>
                <a:ea typeface="Microsoft YaHei"/>
              </a:rPr>
              <a:t>03</a:t>
            </a:r>
            <a:endParaRPr/>
          </a:p>
        </p:txBody>
      </p:sp>
      <p:sp>
        <p:nvSpPr>
          <p:cNvPr id="122" name="" descr="{&quot;isTemplate&quot;:true,&quot;type&quot;:&quot;text&quot;}"/>
          <p:cNvSpPr txBox="1"/>
          <p:nvPr/>
        </p:nvSpPr>
        <p:spPr>
          <a:xfrm rot="0" flipH="0" flipV="0">
            <a:off x="1428750" y="3638550"/>
            <a:ext cx="22479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Student World Model</a:t>
            </a:r>
            <a:endParaRPr/>
          </a:p>
        </p:txBody>
      </p:sp>
      <p:sp>
        <p:nvSpPr>
          <p:cNvPr id="123" name="" descr="{&quot;isTemplate&quot;:true,&quot;type&quot;:&quot;text&quot;}"/>
          <p:cNvSpPr txBox="1"/>
          <p:nvPr/>
        </p:nvSpPr>
        <p:spPr>
          <a:xfrm rot="0" flipH="0" flipV="0">
            <a:off x="1428750" y="3886200"/>
            <a:ext cx="22479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FFFFFF">
                    <a:alpha val="66000"/>
                  </a:srgbClr>
                </a:solidFill>
                <a:latin typeface="Microsoft YaHei"/>
                <a:ea typeface="Microsoft YaHei"/>
              </a:rPr>
              <a:t>学生世界模型</a:t>
            </a:r>
            <a:endParaRPr/>
          </a:p>
        </p:txBody>
      </p:sp>
      <p:sp>
        <p:nvSpPr>
          <p:cNvPr id="124" name=""/>
          <p:cNvSpPr/>
          <p:nvPr/>
        </p:nvSpPr>
        <p:spPr>
          <a:xfrm rot="0" flipH="0" flipV="0">
            <a:off x="3867150" y="3695700"/>
            <a:ext cx="9525" cy="304800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25" name="" descr="{&quot;isTemplate&quot;:true,&quot;type&quot;:&quot;text&quot;}"/>
          <p:cNvSpPr txBox="1"/>
          <p:nvPr/>
        </p:nvSpPr>
        <p:spPr>
          <a:xfrm rot="0" flipH="0" flipV="0">
            <a:off x="4067175" y="3733800"/>
            <a:ext cx="43338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FFFFFF">
                    <a:alpha val="94000"/>
                  </a:srgbClr>
                </a:solidFill>
                <a:latin typeface="Microsoft YaHei"/>
                <a:ea typeface="Microsoft YaHei"/>
              </a:rPr>
              <a:t>学业</a:t>
            </a:r>
            <a:r>
              <a:rPr lang="en-US" sz="1500">
                <a:solidFill>
                  <a:srgbClr val="FFFFFF">
                    <a:alpha val="94000"/>
                  </a:srgbClr>
                </a:solidFill>
                <a:latin typeface="Microsoft YaHei"/>
                <a:ea typeface="Microsoft YaHei"/>
              </a:rPr>
              <a:t> · </a:t>
            </a:r>
            <a:r>
              <a:rPr lang="zh-CN" sz="1500">
                <a:solidFill>
                  <a:srgbClr val="FFFFFF">
                    <a:alpha val="94000"/>
                  </a:srgbClr>
                </a:solidFill>
                <a:latin typeface="Microsoft YaHei"/>
                <a:ea typeface="Microsoft YaHei"/>
              </a:rPr>
              <a:t>知识</a:t>
            </a:r>
            <a:r>
              <a:rPr lang="en-US" sz="1500">
                <a:solidFill>
                  <a:srgbClr val="FFFFFF">
                    <a:alpha val="94000"/>
                  </a:srgbClr>
                </a:solidFill>
                <a:latin typeface="Microsoft YaHei"/>
                <a:ea typeface="Microsoft YaHei"/>
              </a:rPr>
              <a:t> · </a:t>
            </a:r>
            <a:r>
              <a:rPr lang="zh-CN" sz="1500">
                <a:solidFill>
                  <a:srgbClr val="FFFFFF">
                    <a:alpha val="94000"/>
                  </a:srgbClr>
                </a:solidFill>
                <a:latin typeface="Microsoft YaHei"/>
                <a:ea typeface="Microsoft YaHei"/>
              </a:rPr>
              <a:t>行为</a:t>
            </a:r>
            <a:r>
              <a:rPr lang="en-US" sz="1500">
                <a:solidFill>
                  <a:srgbClr val="FFFFFF">
                    <a:alpha val="94000"/>
                  </a:srgbClr>
                </a:solidFill>
                <a:latin typeface="Microsoft YaHei"/>
                <a:ea typeface="Microsoft YaHei"/>
              </a:rPr>
              <a:t> · </a:t>
            </a:r>
            <a:r>
              <a:rPr lang="zh-CN" sz="1500">
                <a:solidFill>
                  <a:srgbClr val="FFFFFF">
                    <a:alpha val="94000"/>
                  </a:srgbClr>
                </a:solidFill>
                <a:latin typeface="Microsoft YaHei"/>
                <a:ea typeface="Microsoft YaHei"/>
              </a:rPr>
              <a:t>目标</a:t>
            </a:r>
            <a:endParaRPr/>
          </a:p>
        </p:txBody>
      </p:sp>
      <p:sp>
        <p:nvSpPr>
          <p:cNvPr id="126" name=""/>
          <p:cNvSpPr/>
          <p:nvPr/>
        </p:nvSpPr>
        <p:spPr>
          <a:xfrm rot="0" flipH="0" flipV="0">
            <a:off x="571500" y="4276725"/>
            <a:ext cx="8058150" cy="657225"/>
          </a:xfrm>
          <a:prstGeom prst="roundRect">
            <a:avLst>
              <a:gd name="adj" fmla="val 14493"/>
            </a:avLst>
          </a:prstGeom>
          <a:solidFill>
            <a:srgbClr val="FFFFFF"/>
          </a:solidFill>
          <a:ln w="12700">
            <a:solidFill>
              <a:srgbClr val="D6E0EC"/>
            </a:solidFill>
            <a:prstDash val="solid"/>
          </a:ln>
          <a:effectLst>
            <a:outerShdw blurRad="101600" dist="38100" dir="5400000" sx="100000" sy="100000" kx="0" ky="0" algn="b" rotWithShape="0">
              <a:srgbClr val="0B2545">
                <a:alpha val="14000"/>
              </a:srgbClr>
            </a:outerShdw>
          </a:effectLst>
        </p:spPr>
        <p:txBody>
          <a:bodyPr/>
          <a:p>
            <a:pPr/>
            <a:endParaRPr/>
          </a:p>
        </p:txBody>
      </p:sp>
      <p:sp>
        <p:nvSpPr>
          <p:cNvPr id="127" name="" descr="{&quot;isTemplate&quot;:true,&quot;type&quot;:&quot;text&quot;}"/>
          <p:cNvSpPr txBox="1"/>
          <p:nvPr/>
        </p:nvSpPr>
        <p:spPr>
          <a:xfrm rot="0" flipH="0" flipV="0">
            <a:off x="800100" y="4457700"/>
            <a:ext cx="43815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0E7490"/>
                </a:solidFill>
                <a:latin typeface="Microsoft YaHei"/>
                <a:ea typeface="Microsoft YaHei"/>
              </a:rPr>
              <a:t>04</a:t>
            </a:r>
            <a:endParaRPr/>
          </a:p>
        </p:txBody>
      </p:sp>
      <p:sp>
        <p:nvSpPr>
          <p:cNvPr id="128" name="" descr="{&quot;isTemplate&quot;:true,&quot;type&quot;:&quot;text&quot;}"/>
          <p:cNvSpPr txBox="1"/>
          <p:nvPr/>
        </p:nvSpPr>
        <p:spPr>
          <a:xfrm rot="0" flipH="0" flipV="0">
            <a:off x="1428750" y="4400550"/>
            <a:ext cx="22479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0B2545"/>
                </a:solidFill>
                <a:latin typeface="Microsoft YaHei"/>
                <a:ea typeface="Microsoft YaHei"/>
              </a:rPr>
              <a:t>Learning Agent Layer</a:t>
            </a:r>
            <a:endParaRPr/>
          </a:p>
        </p:txBody>
      </p:sp>
      <p:sp>
        <p:nvSpPr>
          <p:cNvPr id="129" name="" descr="{&quot;isTemplate&quot;:true,&quot;type&quot;:&quot;text&quot;}"/>
          <p:cNvSpPr txBox="1"/>
          <p:nvPr/>
        </p:nvSpPr>
        <p:spPr>
          <a:xfrm rot="0" flipH="0" flipV="0">
            <a:off x="1428750" y="4648200"/>
            <a:ext cx="22479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B6B7F"/>
                </a:solidFill>
                <a:latin typeface="Microsoft YaHei"/>
                <a:ea typeface="Microsoft YaHei"/>
              </a:rPr>
              <a:t>智能体层</a:t>
            </a:r>
            <a:endParaRPr/>
          </a:p>
        </p:txBody>
      </p:sp>
      <p:sp>
        <p:nvSpPr>
          <p:cNvPr id="130" name=""/>
          <p:cNvSpPr/>
          <p:nvPr/>
        </p:nvSpPr>
        <p:spPr>
          <a:xfrm rot="0" flipH="0" flipV="0">
            <a:off x="3867150" y="4457700"/>
            <a:ext cx="9525" cy="304800"/>
          </a:xfrm>
          <a:prstGeom prst="rect">
            <a:avLst/>
          </a:prstGeom>
          <a:solidFill>
            <a:srgbClr val="D6E0EC"/>
          </a:solidFill>
          <a:ln/>
        </p:spPr>
        <p:txBody>
          <a:bodyPr/>
          <a:p>
            <a:pPr/>
            <a:endParaRPr/>
          </a:p>
        </p:txBody>
      </p:sp>
      <p:sp>
        <p:nvSpPr>
          <p:cNvPr id="131" name="" descr="{&quot;isTemplate&quot;:true,&quot;type&quot;:&quot;text&quot;}"/>
          <p:cNvSpPr txBox="1"/>
          <p:nvPr/>
        </p:nvSpPr>
        <p:spPr>
          <a:xfrm rot="0" flipH="0" flipV="0">
            <a:off x="4067175" y="4495800"/>
            <a:ext cx="43338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12233A"/>
                </a:solidFill>
                <a:latin typeface="Microsoft YaHei"/>
                <a:ea typeface="Microsoft YaHei"/>
              </a:rPr>
              <a:t>课程</a:t>
            </a:r>
            <a:r>
              <a:rPr lang="en-US" sz="1500">
                <a:solidFill>
                  <a:srgbClr val="12233A"/>
                </a:solidFill>
                <a:latin typeface="Microsoft YaHei"/>
                <a:ea typeface="Microsoft YaHei"/>
              </a:rPr>
              <a:t> · </a:t>
            </a:r>
            <a:r>
              <a:rPr lang="zh-CN" sz="1500">
                <a:solidFill>
                  <a:srgbClr val="12233A"/>
                </a:solidFill>
                <a:latin typeface="Microsoft YaHei"/>
                <a:ea typeface="Microsoft YaHei"/>
              </a:rPr>
              <a:t>答疑</a:t>
            </a:r>
            <a:r>
              <a:rPr lang="en-US" sz="1500">
                <a:solidFill>
                  <a:srgbClr val="12233A"/>
                </a:solidFill>
                <a:latin typeface="Microsoft YaHei"/>
                <a:ea typeface="Microsoft YaHei"/>
              </a:rPr>
              <a:t> · </a:t>
            </a:r>
            <a:r>
              <a:rPr lang="zh-CN" sz="1500">
                <a:solidFill>
                  <a:srgbClr val="12233A"/>
                </a:solidFill>
                <a:latin typeface="Microsoft YaHei"/>
                <a:ea typeface="Microsoft YaHei"/>
              </a:rPr>
              <a:t>规划</a:t>
            </a:r>
            <a:r>
              <a:rPr lang="en-US" sz="1500">
                <a:solidFill>
                  <a:srgbClr val="12233A"/>
                </a:solidFill>
                <a:latin typeface="Microsoft YaHei"/>
                <a:ea typeface="Microsoft YaHei"/>
              </a:rPr>
              <a:t> · </a:t>
            </a:r>
            <a:r>
              <a:rPr lang="zh-CN" sz="1500">
                <a:solidFill>
                  <a:srgbClr val="12233A"/>
                </a:solidFill>
                <a:latin typeface="Microsoft YaHei"/>
                <a:ea typeface="Microsoft YaHei"/>
              </a:rPr>
              <a:t>复习</a:t>
            </a:r>
            <a:endParaRPr/>
          </a:p>
        </p:txBody>
      </p:sp>
      <p:sp>
        <p:nvSpPr>
          <p:cNvPr id="132" name=""/>
          <p:cNvSpPr/>
          <p:nvPr/>
        </p:nvSpPr>
        <p:spPr>
          <a:xfrm rot="0" flipH="0" flipV="0">
            <a:off x="571500" y="5029200"/>
            <a:ext cx="8058150" cy="666750"/>
          </a:xfrm>
          <a:prstGeom prst="roundRect">
            <a:avLst>
              <a:gd name="adj" fmla="val 14286"/>
            </a:avLst>
          </a:prstGeom>
          <a:solidFill>
            <a:srgbClr val="E8F1FA"/>
          </a:solidFill>
          <a:ln/>
          <a:effectLst>
            <a:outerShdw blurRad="101600" dist="38100" dir="5400000" sx="100000" sy="100000" kx="0" ky="0" algn="b" rotWithShape="0">
              <a:srgbClr val="0B2545">
                <a:alpha val="14000"/>
              </a:srgbClr>
            </a:outerShdw>
          </a:effectLst>
        </p:spPr>
        <p:txBody>
          <a:bodyPr/>
          <a:p>
            <a:pPr/>
            <a:endParaRPr/>
          </a:p>
        </p:txBody>
      </p:sp>
      <p:sp>
        <p:nvSpPr>
          <p:cNvPr id="133" name="" descr="{&quot;isTemplate&quot;:true,&quot;type&quot;:&quot;text&quot;}"/>
          <p:cNvSpPr txBox="1"/>
          <p:nvPr/>
        </p:nvSpPr>
        <p:spPr>
          <a:xfrm rot="0" flipH="0" flipV="0">
            <a:off x="800100" y="5210175"/>
            <a:ext cx="43815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0E7490"/>
                </a:solidFill>
                <a:latin typeface="Microsoft YaHei"/>
                <a:ea typeface="Microsoft YaHei"/>
              </a:rPr>
              <a:t>05</a:t>
            </a:r>
            <a:endParaRPr/>
          </a:p>
        </p:txBody>
      </p:sp>
      <p:sp>
        <p:nvSpPr>
          <p:cNvPr id="134" name="" descr="{&quot;isTemplate&quot;:true,&quot;type&quot;:&quot;text&quot;}"/>
          <p:cNvSpPr txBox="1"/>
          <p:nvPr/>
        </p:nvSpPr>
        <p:spPr>
          <a:xfrm rot="0" flipH="0" flipV="0">
            <a:off x="1428750" y="5153025"/>
            <a:ext cx="22479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0B2545"/>
                </a:solidFill>
                <a:latin typeface="Microsoft YaHei"/>
                <a:ea typeface="Microsoft YaHei"/>
              </a:rPr>
              <a:t>Learning Intervention</a:t>
            </a:r>
            <a:endParaRPr/>
          </a:p>
        </p:txBody>
      </p:sp>
      <p:sp>
        <p:nvSpPr>
          <p:cNvPr id="135" name="" descr="{&quot;isTemplate&quot;:true,&quot;type&quot;:&quot;text&quot;}"/>
          <p:cNvSpPr txBox="1"/>
          <p:nvPr/>
        </p:nvSpPr>
        <p:spPr>
          <a:xfrm rot="0" flipH="0" flipV="0">
            <a:off x="1428750" y="5400675"/>
            <a:ext cx="22479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B6B7F"/>
                </a:solidFill>
                <a:latin typeface="Microsoft YaHei"/>
                <a:ea typeface="Microsoft YaHei"/>
              </a:rPr>
              <a:t>干预层</a:t>
            </a:r>
            <a:endParaRPr/>
          </a:p>
        </p:txBody>
      </p:sp>
      <p:sp>
        <p:nvSpPr>
          <p:cNvPr id="136" name=""/>
          <p:cNvSpPr/>
          <p:nvPr/>
        </p:nvSpPr>
        <p:spPr>
          <a:xfrm rot="0" flipH="0" flipV="0">
            <a:off x="3867150" y="5210175"/>
            <a:ext cx="9525" cy="304800"/>
          </a:xfrm>
          <a:prstGeom prst="rect">
            <a:avLst/>
          </a:prstGeom>
          <a:solidFill>
            <a:srgbClr val="C3D4E4"/>
          </a:solidFill>
          <a:ln/>
        </p:spPr>
        <p:txBody>
          <a:bodyPr/>
          <a:p>
            <a:pPr/>
            <a:endParaRPr/>
          </a:p>
        </p:txBody>
      </p:sp>
      <p:sp>
        <p:nvSpPr>
          <p:cNvPr id="137" name="" descr="{&quot;isTemplate&quot;:true,&quot;type&quot;:&quot;text&quot;}"/>
          <p:cNvSpPr txBox="1"/>
          <p:nvPr/>
        </p:nvSpPr>
        <p:spPr>
          <a:xfrm rot="0" flipH="0" flipV="0">
            <a:off x="4067175" y="5248275"/>
            <a:ext cx="43338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12233A"/>
                </a:solidFill>
                <a:latin typeface="Microsoft YaHei"/>
                <a:ea typeface="Microsoft YaHei"/>
              </a:rPr>
              <a:t>建议</a:t>
            </a:r>
            <a:r>
              <a:rPr lang="en-US" sz="1500">
                <a:solidFill>
                  <a:srgbClr val="12233A"/>
                </a:solidFill>
                <a:latin typeface="Microsoft YaHei"/>
                <a:ea typeface="Microsoft YaHei"/>
              </a:rPr>
              <a:t> · </a:t>
            </a:r>
            <a:r>
              <a:rPr lang="zh-CN" sz="1500">
                <a:solidFill>
                  <a:srgbClr val="12233A"/>
                </a:solidFill>
                <a:latin typeface="Microsoft YaHei"/>
                <a:ea typeface="Microsoft YaHei"/>
              </a:rPr>
              <a:t>规划</a:t>
            </a:r>
            <a:r>
              <a:rPr lang="en-US" sz="1500">
                <a:solidFill>
                  <a:srgbClr val="12233A"/>
                </a:solidFill>
                <a:latin typeface="Microsoft YaHei"/>
                <a:ea typeface="Microsoft YaHei"/>
              </a:rPr>
              <a:t> · </a:t>
            </a:r>
            <a:r>
              <a:rPr lang="zh-CN" sz="1500">
                <a:solidFill>
                  <a:srgbClr val="12233A"/>
                </a:solidFill>
                <a:latin typeface="Microsoft YaHei"/>
                <a:ea typeface="Microsoft YaHei"/>
              </a:rPr>
              <a:t>补强</a:t>
            </a:r>
            <a:r>
              <a:rPr lang="en-US" sz="1500">
                <a:solidFill>
                  <a:srgbClr val="12233A"/>
                </a:solidFill>
                <a:latin typeface="Microsoft YaHei"/>
                <a:ea typeface="Microsoft YaHei"/>
              </a:rPr>
              <a:t> · </a:t>
            </a:r>
            <a:r>
              <a:rPr lang="zh-CN" sz="1500">
                <a:solidFill>
                  <a:srgbClr val="12233A"/>
                </a:solidFill>
                <a:latin typeface="Microsoft YaHei"/>
                <a:ea typeface="Microsoft YaHei"/>
              </a:rPr>
              <a:t>反馈</a:t>
            </a:r>
            <a:endParaRPr/>
          </a:p>
        </p:txBody>
      </p:sp>
      <p:sp>
        <p:nvSpPr>
          <p:cNvPr id="138" name=""/>
          <p:cNvSpPr/>
          <p:nvPr/>
        </p:nvSpPr>
        <p:spPr>
          <a:xfrm rot="0" flipH="0" flipV="0">
            <a:off x="8839200" y="2000250"/>
            <a:ext cx="2781300" cy="3695700"/>
          </a:xfrm>
          <a:prstGeom prst="roundRect">
            <a:avLst>
              <a:gd name="adj" fmla="val 5479"/>
            </a:avLst>
          </a:prstGeom>
          <a:solidFill>
            <a:srgbClr val="0E7490">
              <a:alpha val="5000"/>
            </a:srgbClr>
          </a:solidFill>
          <a:ln w="12700">
            <a:solidFill>
              <a:srgbClr val="0E7490">
                <a:alpha val="50000"/>
              </a:srgbClr>
            </a:solidFill>
            <a:prstDash val="dash"/>
          </a:ln>
          <a:effectLst>
            <a:outerShdw blurRad="101600" dist="38100" dir="5400000" sx="100000" sy="100000" kx="0" ky="0" algn="b" rotWithShape="0">
              <a:srgbClr val="0B2545">
                <a:alpha val="14000"/>
              </a:srgbClr>
            </a:outerShdw>
          </a:effectLst>
        </p:spPr>
        <p:txBody>
          <a:bodyPr/>
          <a:p>
            <a:pPr/>
            <a:endParaRPr/>
          </a:p>
        </p:txBody>
      </p:sp>
      <p:sp>
        <p:nvSpPr>
          <p:cNvPr id="139" name="" descr="{&quot;isTemplate&quot;:true,&quot;type&quot;:&quot;text&quot;}"/>
          <p:cNvSpPr txBox="1"/>
          <p:nvPr/>
        </p:nvSpPr>
        <p:spPr>
          <a:xfrm rot="0" flipH="0" flipV="0">
            <a:off x="9991725" y="2190750"/>
            <a:ext cx="4762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 spc="600">
                <a:solidFill>
                  <a:srgbClr val="0E7490"/>
                </a:solidFill>
                <a:latin typeface="Microsoft YaHei"/>
                <a:ea typeface="Microsoft YaHei"/>
              </a:rPr>
              <a:t>闭环</a:t>
            </a:r>
            <a:endParaRPr/>
          </a:p>
        </p:txBody>
      </p:sp>
      <p:sp>
        <p:nvSpPr>
          <p:cNvPr id="140" name=""/>
          <p:cNvSpPr/>
          <p:nvPr/>
        </p:nvSpPr>
        <p:spPr>
          <a:xfrm rot="0" flipH="0" flipV="0">
            <a:off x="9248775" y="2781300"/>
            <a:ext cx="1962150" cy="47625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D6E0EC"/>
            </a:solidFill>
            <a:prstDash val="solid"/>
          </a:ln>
          <a:effectLst>
            <a:outerShdw blurRad="101600" dist="38100" dir="5400000" sx="100000" sy="100000" kx="0" ky="0" algn="b" rotWithShape="0">
              <a:srgbClr val="0B2545">
                <a:alpha val="14000"/>
              </a:srgbClr>
            </a:outerShdw>
          </a:effectLst>
        </p:spPr>
        <p:txBody>
          <a:bodyPr/>
          <a:p>
            <a:pPr/>
            <a:endParaRPr/>
          </a:p>
        </p:txBody>
      </p:sp>
      <p:sp>
        <p:nvSpPr>
          <p:cNvPr id="141" name="" descr="{&quot;isTemplate&quot;:true,&quot;type&quot;:&quot;text&quot;}"/>
          <p:cNvSpPr txBox="1"/>
          <p:nvPr/>
        </p:nvSpPr>
        <p:spPr>
          <a:xfrm rot="0" flipH="0" flipV="0">
            <a:off x="9772650" y="2914650"/>
            <a:ext cx="9239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0B2545"/>
                </a:solidFill>
                <a:latin typeface="Microsoft YaHei"/>
                <a:ea typeface="Microsoft YaHei"/>
              </a:rPr>
              <a:t>Agent </a:t>
            </a:r>
            <a:r>
              <a:rPr lang="zh-CN" sz="1350" b="1">
                <a:solidFill>
                  <a:srgbClr val="0B2545"/>
                </a:solidFill>
                <a:latin typeface="Microsoft YaHei"/>
                <a:ea typeface="Microsoft YaHei"/>
              </a:rPr>
              <a:t>推理</a:t>
            </a:r>
            <a:endParaRPr/>
          </a:p>
        </p:txBody>
      </p:sp>
      <p:pic>
        <p:nvPicPr>
          <p:cNvPr id="142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10153650" y="3286125"/>
            <a:ext cx="152400" cy="152400"/>
          </a:xfrm>
          <a:prstGeom prst="rect">
            <a:avLst/>
          </a:prstGeom>
          <a:ln/>
        </p:spPr>
      </p:pic>
      <p:sp>
        <p:nvSpPr>
          <p:cNvPr id="143" name=""/>
          <p:cNvSpPr/>
          <p:nvPr/>
        </p:nvSpPr>
        <p:spPr>
          <a:xfrm rot="0" flipH="0" flipV="0">
            <a:off x="9248775" y="3467100"/>
            <a:ext cx="1962150" cy="47625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D6E0EC"/>
            </a:solidFill>
            <a:prstDash val="solid"/>
          </a:ln>
          <a:effectLst>
            <a:outerShdw blurRad="101600" dist="38100" dir="5400000" sx="100000" sy="100000" kx="0" ky="0" algn="b" rotWithShape="0">
              <a:srgbClr val="0B2545">
                <a:alpha val="14000"/>
              </a:srgbClr>
            </a:outerShdw>
          </a:effectLst>
        </p:spPr>
        <p:txBody>
          <a:bodyPr/>
          <a:p>
            <a:pPr/>
            <a:endParaRPr/>
          </a:p>
        </p:txBody>
      </p:sp>
      <p:sp>
        <p:nvSpPr>
          <p:cNvPr id="144" name="" descr="{&quot;isTemplate&quot;:true,&quot;type&quot;:&quot;text&quot;}"/>
          <p:cNvSpPr txBox="1"/>
          <p:nvPr/>
        </p:nvSpPr>
        <p:spPr>
          <a:xfrm rot="0" flipH="0" flipV="0">
            <a:off x="9886950" y="3600450"/>
            <a:ext cx="6858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0B2545"/>
                </a:solidFill>
                <a:latin typeface="Microsoft YaHei"/>
                <a:ea typeface="Microsoft YaHei"/>
              </a:rPr>
              <a:t>干预验证</a:t>
            </a:r>
            <a:endParaRPr/>
          </a:p>
        </p:txBody>
      </p:sp>
      <p:pic>
        <p:nvPicPr>
          <p:cNvPr id="145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10153650" y="3971925"/>
            <a:ext cx="152400" cy="152400"/>
          </a:xfrm>
          <a:prstGeom prst="rect">
            <a:avLst/>
          </a:prstGeom>
          <a:ln/>
        </p:spPr>
      </p:pic>
      <p:sp>
        <p:nvSpPr>
          <p:cNvPr id="146" name=""/>
          <p:cNvSpPr/>
          <p:nvPr/>
        </p:nvSpPr>
        <p:spPr>
          <a:xfrm rot="0" flipH="0" flipV="0">
            <a:off x="9248775" y="4152900"/>
            <a:ext cx="1962150" cy="476250"/>
          </a:xfrm>
          <a:prstGeom prst="roundRect">
            <a:avLst>
              <a:gd name="adj" fmla="val 16000"/>
            </a:avLst>
          </a:prstGeom>
          <a:solidFill>
            <a:srgbClr val="E8F1FA"/>
          </a:solidFill>
          <a:ln w="12700">
            <a:solidFill>
              <a:srgbClr val="C3D4E4"/>
            </a:solidFill>
            <a:prstDash val="solid"/>
          </a:ln>
          <a:effectLst>
            <a:outerShdw blurRad="101600" dist="38100" dir="5400000" sx="100000" sy="100000" kx="0" ky="0" algn="b" rotWithShape="0">
              <a:srgbClr val="0B2545">
                <a:alpha val="14000"/>
              </a:srgbClr>
            </a:outerShdw>
          </a:effectLst>
        </p:spPr>
        <p:txBody>
          <a:bodyPr/>
          <a:p>
            <a:pPr/>
            <a:endParaRPr/>
          </a:p>
        </p:txBody>
      </p:sp>
      <p:sp>
        <p:nvSpPr>
          <p:cNvPr id="147" name="" descr="{&quot;isTemplate&quot;:true,&quot;type&quot;:&quot;text&quot;}"/>
          <p:cNvSpPr txBox="1"/>
          <p:nvPr/>
        </p:nvSpPr>
        <p:spPr>
          <a:xfrm rot="0" flipH="0" flipV="0">
            <a:off x="9972675" y="4286250"/>
            <a:ext cx="5143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0E7490"/>
                </a:solidFill>
                <a:latin typeface="Microsoft YaHei"/>
                <a:ea typeface="Microsoft YaHei"/>
              </a:rPr>
              <a:t>新事件</a:t>
            </a:r>
            <a:endParaRPr/>
          </a:p>
        </p:txBody>
      </p:sp>
      <p:sp>
        <p:nvSpPr>
          <p:cNvPr id="148" name="" descr="{&quot;isTemplate&quot;:true,&quot;type&quot;:&quot;text&quot;}"/>
          <p:cNvSpPr txBox="1"/>
          <p:nvPr/>
        </p:nvSpPr>
        <p:spPr>
          <a:xfrm rot="0" flipH="0" flipV="0">
            <a:off x="9029700" y="5019675"/>
            <a:ext cx="2400300" cy="485775"/>
          </a:xfrm>
          <a:prstGeom prst="rect"/>
        </p:spPr>
        <p:txBody>
          <a:bodyPr wrap="square" lIns="0" tIns="0" rIns="0" bIns="0">
            <a:normAutofit/>
          </a:bodyPr>
          <a:p>
            <a:pPr algn="ctr">
              <a:lnSpc>
                <a:spcPct val="150000"/>
              </a:lnSpc>
            </a:pPr>
            <a:r>
              <a:rPr lang="zh-CN" sz="1050">
                <a:solidFill>
                  <a:srgbClr val="5B6B7F"/>
                </a:solidFill>
                <a:latin typeface="Microsoft YaHei"/>
                <a:ea typeface="Microsoft YaHei"/>
              </a:rPr>
              <a:t>干预产生的新事件回写事件层，闭环持续演化。</a:t>
            </a:r>
            <a:endParaRPr/>
          </a:p>
        </p:txBody>
      </p:sp>
      <p:sp>
        <p:nvSpPr>
          <p:cNvPr id="149" name=""/>
          <p:cNvSpPr/>
          <p:nvPr/>
        </p:nvSpPr>
        <p:spPr>
          <a:xfrm rot="0" flipH="0" flipV="0">
            <a:off x="571500" y="5848350"/>
            <a:ext cx="11049000" cy="495300"/>
          </a:xfrm>
          <a:prstGeom prst="roundRect">
            <a:avLst>
              <a:gd name="adj" fmla="val 19231"/>
            </a:avLst>
          </a:prstGeom>
          <a:solidFill>
            <a:srgbClr val="0B2545"/>
          </a:solidFill>
          <a:ln/>
          <a:effectLst>
            <a:outerShdw blurRad="101600" dist="38100" dir="5400000" sx="100000" sy="100000" kx="0" ky="0" algn="b" rotWithShape="0">
              <a:srgbClr val="0B2545">
                <a:alpha val="14000"/>
              </a:srgbClr>
            </a:outerShdw>
          </a:effectLst>
        </p:spPr>
        <p:txBody>
          <a:bodyPr/>
          <a:p>
            <a:pPr/>
            <a:endParaRPr/>
          </a:p>
        </p:txBody>
      </p:sp>
      <p:pic>
        <p:nvPicPr>
          <p:cNvPr id="150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2800350" y="6000750"/>
            <a:ext cx="190500" cy="190500"/>
          </a:xfrm>
          <a:prstGeom prst="rect">
            <a:avLst/>
          </a:prstGeom>
          <a:ln/>
        </p:spPr>
      </p:pic>
      <p:sp>
        <p:nvSpPr>
          <p:cNvPr id="151" name="" descr="{&quot;isTemplate&quot;:true,&quot;type&quot;:&quot;text&quot;}"/>
          <p:cNvSpPr txBox="1"/>
          <p:nvPr/>
        </p:nvSpPr>
        <p:spPr>
          <a:xfrm rot="0" flipH="0" flipV="0">
            <a:off x="3105150" y="5924550"/>
            <a:ext cx="6286500" cy="3524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650">
                <a:solidFill>
                  <a:srgbClr val="FFFFFF"/>
                </a:solidFill>
                <a:latin typeface="Microsoft YaHei"/>
                <a:ea typeface="Microsoft YaHei"/>
              </a:rPr>
              <a:t>每层只回答一个问题：</a:t>
            </a:r>
            <a:r>
              <a:rPr lang="zh-CN" sz="1650" b="1">
                <a:solidFill>
                  <a:srgbClr val="5FD3E8"/>
                </a:solidFill>
                <a:latin typeface="Microsoft YaHei"/>
                <a:ea typeface="Microsoft YaHei"/>
              </a:rPr>
              <a:t>有什么事实？处于什么状态？下一步做什么？</a:t>
            </a:r>
            <a:endParaRPr/>
          </a:p>
        </p:txBody>
      </p:sp>
      <p:sp>
        <p:nvSpPr>
          <p:cNvPr id="152" name=""/>
          <p:cNvSpPr/>
          <p:nvPr/>
        </p:nvSpPr>
        <p:spPr>
          <a:xfrm rot="0" flipH="0" flipV="0">
            <a:off x="571500" y="6343650"/>
            <a:ext cx="11049000" cy="342900"/>
          </a:xfrm>
          <a:custGeom>
            <a:pathLst>
              <a:path w="1160" h="36">
                <a:moveTo>
                  <a:pt x="0" y="0"/>
                </a:moveTo>
                <a:lnTo>
                  <a:pt x="1160" y="0"/>
                </a:lnTo>
                <a:lnTo>
                  <a:pt x="1160" y="1"/>
                </a:lnTo>
                <a:lnTo>
                  <a:pt x="0" y="1"/>
                </a:lnTo>
                <a:close/>
              </a:path>
            </a:pathLst>
          </a:custGeom>
          <a:solidFill>
            <a:srgbClr val="E5EBF2"/>
          </a:solidFill>
          <a:ln/>
        </p:spPr>
        <p:txBody>
          <a:bodyPr/>
          <a:p>
            <a:pPr/>
            <a:endParaRPr/>
          </a:p>
        </p:txBody>
      </p:sp>
      <p:sp>
        <p:nvSpPr>
          <p:cNvPr id="153" name="" descr="{&quot;isTemplate&quot;:true,&quot;type&quot;:&quot;text&quot;}"/>
          <p:cNvSpPr txBox="1"/>
          <p:nvPr/>
        </p:nvSpPr>
        <p:spPr>
          <a:xfrm rot="0" flipH="0" flipV="0">
            <a:off x="571500" y="6467475"/>
            <a:ext cx="16002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spc="38">
                <a:solidFill>
                  <a:srgbClr val="8B97A8"/>
                </a:solidFill>
                <a:latin typeface="Microsoft YaHei"/>
                <a:ea typeface="Microsoft YaHei"/>
              </a:rPr>
              <a:t>CampusMateAI · </a:t>
            </a:r>
            <a:r>
              <a:rPr lang="zh-CN" sz="975" spc="38">
                <a:solidFill>
                  <a:srgbClr val="8B97A8"/>
                </a:solidFill>
                <a:latin typeface="Microsoft YaHei"/>
                <a:ea typeface="Microsoft YaHei"/>
              </a:rPr>
              <a:t>技术汇报</a:t>
            </a:r>
            <a:endParaRPr/>
          </a:p>
        </p:txBody>
      </p:sp>
      <p:sp>
        <p:nvSpPr>
          <p:cNvPr id="154" name="" descr="{&quot;isTemplate&quot;:true,&quot;type&quot;:&quot;text&quot;}"/>
          <p:cNvSpPr txBox="1"/>
          <p:nvPr/>
        </p:nvSpPr>
        <p:spPr>
          <a:xfrm rot="0" flipH="0" flipV="0">
            <a:off x="11115675" y="6457950"/>
            <a:ext cx="5048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 spc="38">
                <a:solidFill>
                  <a:srgbClr val="0B2545"/>
                </a:solidFill>
                <a:latin typeface="Microsoft YaHei"/>
                <a:ea typeface="Microsoft YaHei"/>
              </a:rPr>
              <a:t>03 / 09</a:t>
            </a:r>
            <a:endParaRPr/>
          </a:p>
        </p:txBody>
      </p:sp>
      <p:sp>
        <p:nvSpPr>
          <p:cNvPr id="155" name=""/>
          <p:cNvSpPr/>
          <p:nvPr/>
        </p:nvSpPr>
        <p:spPr>
          <a:xfrm rot="0" flipH="0" flipV="0">
            <a:off x="0" y="0"/>
            <a:ext cx="12192000" cy="57150"/>
          </a:xfrm>
          <a:prstGeom prst="rect">
            <a:avLst/>
          </a:prstGeom>
          <a:gradFill>
            <a:gsLst>
              <a:gs pos="0">
                <a:srgbClr val="0B2545"/>
              </a:gs>
              <a:gs pos="100000">
                <a:srgbClr val="0E7490"/>
              </a:gs>
            </a:gsLst>
            <a:lin ang="0" scaled="1"/>
          </a:gradFill>
          <a:ln/>
        </p:spPr>
        <p:txBody>
          <a:bodyPr/>
          <a:p>
            <a:pPr/>
            <a:endParaRPr/>
          </a:p>
        </p:txBody>
      </p:sp>
    </p:spTree>
  </p:cSld>
</p:sld>
</file>

<file path=ppt/slides/slide4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15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158" name=""/>
          <p:cNvSpPr/>
          <p:nvPr/>
        </p:nvSpPr>
        <p:spPr>
          <a:xfrm rot="0" flipH="0" flipV="0">
            <a:off x="571500" y="266700"/>
            <a:ext cx="28575" cy="171450"/>
          </a:xfrm>
          <a:prstGeom prst="roundRect">
            <a:avLst>
              <a:gd name="adj" fmla="val 66667"/>
            </a:avLst>
          </a:prstGeom>
          <a:solidFill>
            <a:srgbClr val="0E7490"/>
          </a:solidFill>
          <a:ln/>
        </p:spPr>
        <p:txBody>
          <a:bodyPr/>
          <a:p>
            <a:pPr/>
            <a:endParaRPr/>
          </a:p>
        </p:txBody>
      </p:sp>
      <p:sp>
        <p:nvSpPr>
          <p:cNvPr id="159" name="" descr="{&quot;isTemplate&quot;:true,&quot;type&quot;:&quot;text&quot;}"/>
          <p:cNvSpPr txBox="1"/>
          <p:nvPr/>
        </p:nvSpPr>
        <p:spPr>
          <a:xfrm rot="0" flipH="0" flipV="0">
            <a:off x="695325" y="276225"/>
            <a:ext cx="30099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 spc="38">
                <a:solidFill>
                  <a:srgbClr val="0E7490"/>
                </a:solidFill>
                <a:latin typeface="Microsoft YaHei"/>
                <a:ea typeface="Microsoft YaHei"/>
              </a:rPr>
              <a:t>03 · </a:t>
            </a:r>
            <a:r>
              <a:rPr lang="zh-CN" sz="1050" b="1" spc="38">
                <a:solidFill>
                  <a:srgbClr val="0E7490"/>
                </a:solidFill>
                <a:latin typeface="Microsoft YaHei"/>
                <a:ea typeface="Microsoft YaHei"/>
              </a:rPr>
              <a:t>学习智能体系统</a:t>
            </a:r>
            <a:r>
              <a:rPr lang="en-US" sz="1050" b="1" spc="38">
                <a:solidFill>
                  <a:srgbClr val="0E7490"/>
                </a:solidFill>
                <a:latin typeface="Microsoft YaHei"/>
                <a:ea typeface="Microsoft YaHei"/>
              </a:rPr>
              <a:t>  MULTI-AGENT DESIGN</a:t>
            </a:r>
            <a:endParaRPr/>
          </a:p>
        </p:txBody>
      </p:sp>
      <p:sp>
        <p:nvSpPr>
          <p:cNvPr id="160" name="" descr="{&quot;isTemplate&quot;:true,&quot;type&quot;:&quot;text&quot;}"/>
          <p:cNvSpPr txBox="1"/>
          <p:nvPr/>
        </p:nvSpPr>
        <p:spPr>
          <a:xfrm rot="0" flipH="0" flipV="0">
            <a:off x="10325100" y="266700"/>
            <a:ext cx="12954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38">
                <a:solidFill>
                  <a:srgbClr val="8B97A8"/>
                </a:solidFill>
                <a:latin typeface="Microsoft YaHei"/>
                <a:ea typeface="Microsoft YaHei"/>
              </a:rPr>
              <a:t>4 </a:t>
            </a:r>
            <a:r>
              <a:rPr lang="zh-CN" sz="1125" spc="38">
                <a:solidFill>
                  <a:srgbClr val="8B97A8"/>
                </a:solidFill>
                <a:latin typeface="Microsoft YaHei"/>
                <a:ea typeface="Microsoft YaHei"/>
              </a:rPr>
              <a:t>角色</a:t>
            </a:r>
            <a:r>
              <a:rPr lang="en-US" sz="1125" spc="38">
                <a:solidFill>
                  <a:srgbClr val="8B97A8"/>
                </a:solidFill>
                <a:latin typeface="Microsoft YaHei"/>
                <a:ea typeface="Microsoft YaHei"/>
              </a:rPr>
              <a:t> · 1 </a:t>
            </a:r>
            <a:r>
              <a:rPr lang="zh-CN" sz="1125" spc="38">
                <a:solidFill>
                  <a:srgbClr val="8B97A8"/>
                </a:solidFill>
                <a:latin typeface="Microsoft YaHei"/>
                <a:ea typeface="Microsoft YaHei"/>
              </a:rPr>
              <a:t>状态底座</a:t>
            </a:r>
            <a:endParaRPr/>
          </a:p>
        </p:txBody>
      </p:sp>
      <p:sp>
        <p:nvSpPr>
          <p:cNvPr id="161" name="" descr="{&quot;isTemplate&quot;:true,&quot;type&quot;:&quot;text&quot;}"/>
          <p:cNvSpPr txBox="1"/>
          <p:nvPr/>
        </p:nvSpPr>
        <p:spPr>
          <a:xfrm rot="0" flipH="0" flipV="0">
            <a:off x="571500" y="533400"/>
            <a:ext cx="11049000" cy="485775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2550" b="1">
                <a:solidFill>
                  <a:srgbClr val="0B2545"/>
                </a:solidFill>
                <a:latin typeface="Microsoft YaHei"/>
                <a:ea typeface="Microsoft YaHei"/>
              </a:rPr>
              <a:t>不是一个聊天机器人，而是一组分工角色</a:t>
            </a:r>
            <a:endParaRPr/>
          </a:p>
        </p:txBody>
      </p:sp>
      <p:sp>
        <p:nvSpPr>
          <p:cNvPr id="162" name=""/>
          <p:cNvSpPr/>
          <p:nvPr/>
        </p:nvSpPr>
        <p:spPr>
          <a:xfrm rot="0" flipH="0" flipV="0">
            <a:off x="571500" y="1190625"/>
            <a:ext cx="11049000" cy="9525"/>
          </a:xfrm>
          <a:prstGeom prst="rect">
            <a:avLst/>
          </a:prstGeom>
          <a:solidFill>
            <a:srgbClr val="D6E0EC"/>
          </a:solidFill>
          <a:ln/>
        </p:spPr>
        <p:txBody>
          <a:bodyPr/>
          <a:p>
            <a:pPr/>
            <a:endParaRPr/>
          </a:p>
        </p:txBody>
      </p:sp>
      <p:sp>
        <p:nvSpPr>
          <p:cNvPr id="163" name=""/>
          <p:cNvSpPr/>
          <p:nvPr/>
        </p:nvSpPr>
        <p:spPr>
          <a:xfrm rot="0" flipH="0" flipV="0">
            <a:off x="4191000" y="1409700"/>
            <a:ext cx="3638550" cy="2047875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D6E0EC"/>
            </a:solidFill>
            <a:prstDash val="solid"/>
          </a:ln>
          <a:effectLst>
            <a:outerShdw blurRad="101600" dist="38100" dir="5400000" sx="100000" sy="100000" kx="0" ky="0" algn="b" rotWithShape="0">
              <a:srgbClr val="0B2545">
                <a:alpha val="14000"/>
              </a:srgbClr>
            </a:outerShdw>
          </a:effectLst>
        </p:spPr>
        <p:txBody>
          <a:bodyPr/>
          <a:p>
            <a:pPr/>
            <a:endParaRPr/>
          </a:p>
        </p:txBody>
      </p:sp>
      <p:sp>
        <p:nvSpPr>
          <p:cNvPr id="164" name=""/>
          <p:cNvSpPr/>
          <p:nvPr/>
        </p:nvSpPr>
        <p:spPr>
          <a:xfrm rot="0" flipH="0" flipV="0">
            <a:off x="4419600" y="1619250"/>
            <a:ext cx="438150" cy="438150"/>
          </a:xfrm>
          <a:prstGeom prst="roundRect">
            <a:avLst>
              <a:gd name="adj" fmla="val 50000"/>
            </a:avLst>
          </a:prstGeom>
          <a:solidFill>
            <a:srgbClr val="0E7490"/>
          </a:solidFill>
          <a:ln/>
        </p:spPr>
        <p:txBody>
          <a:bodyPr/>
          <a:p>
            <a:pPr/>
            <a:endParaRPr/>
          </a:p>
        </p:txBody>
      </p:sp>
      <p:sp>
        <p:nvSpPr>
          <p:cNvPr id="165" name="" descr="{&quot;isTemplate&quot;:true,&quot;type&quot;:&quot;text&quot;}"/>
          <p:cNvSpPr txBox="1"/>
          <p:nvPr/>
        </p:nvSpPr>
        <p:spPr>
          <a:xfrm rot="0" flipH="0" flipV="0">
            <a:off x="4524375" y="1733550"/>
            <a:ext cx="2286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FFFFFF"/>
                </a:solidFill>
                <a:latin typeface="Microsoft YaHei"/>
                <a:ea typeface="Microsoft YaHei"/>
              </a:rPr>
              <a:t>01</a:t>
            </a:r>
            <a:endParaRPr/>
          </a:p>
        </p:txBody>
      </p:sp>
      <p:sp>
        <p:nvSpPr>
          <p:cNvPr id="166" name="" descr="{&quot;isTemplate&quot;:true,&quot;type&quot;:&quot;text&quot;}"/>
          <p:cNvSpPr txBox="1"/>
          <p:nvPr/>
        </p:nvSpPr>
        <p:spPr>
          <a:xfrm rot="0" flipH="0" flipV="0">
            <a:off x="4419600" y="2228850"/>
            <a:ext cx="318135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0B2545"/>
                </a:solidFill>
                <a:latin typeface="Microsoft YaHei"/>
                <a:ea typeface="Microsoft YaHei"/>
              </a:rPr>
              <a:t>Course Agent</a:t>
            </a:r>
            <a:endParaRPr/>
          </a:p>
        </p:txBody>
      </p:sp>
      <p:sp>
        <p:nvSpPr>
          <p:cNvPr id="167" name="" descr="{&quot;isTemplate&quot;:true,&quot;type&quot;:&quot;text&quot;}"/>
          <p:cNvSpPr txBox="1"/>
          <p:nvPr/>
        </p:nvSpPr>
        <p:spPr>
          <a:xfrm rot="0" flipH="0" flipV="0">
            <a:off x="4419600" y="2581275"/>
            <a:ext cx="3181350" cy="3333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425">
                <a:solidFill>
                  <a:srgbClr val="5B6B7F"/>
                </a:solidFill>
                <a:latin typeface="Microsoft YaHei"/>
                <a:ea typeface="Microsoft YaHei"/>
              </a:rPr>
              <a:t>课程理解</a:t>
            </a:r>
            <a:r>
              <a:rPr lang="en-US" sz="1425">
                <a:solidFill>
                  <a:srgbClr val="5B6B7F"/>
                </a:solidFill>
                <a:latin typeface="Microsoft YaHei"/>
                <a:ea typeface="Microsoft YaHei"/>
              </a:rPr>
              <a:t> · </a:t>
            </a:r>
            <a:r>
              <a:rPr lang="zh-CN" sz="1425">
                <a:solidFill>
                  <a:srgbClr val="5B6B7F"/>
                </a:solidFill>
                <a:latin typeface="Microsoft YaHei"/>
                <a:ea typeface="Microsoft YaHei"/>
              </a:rPr>
              <a:t>资料组织</a:t>
            </a:r>
            <a:endParaRPr/>
          </a:p>
        </p:txBody>
      </p:sp>
      <p:sp>
        <p:nvSpPr>
          <p:cNvPr id="168" name=""/>
          <p:cNvSpPr/>
          <p:nvPr/>
        </p:nvSpPr>
        <p:spPr>
          <a:xfrm rot="0" flipH="0" flipV="0">
            <a:off x="4419600" y="3209925"/>
            <a:ext cx="419100" cy="38100"/>
          </a:xfrm>
          <a:prstGeom prst="roundRect">
            <a:avLst>
              <a:gd name="adj" fmla="val 50000"/>
            </a:avLst>
          </a:prstGeom>
          <a:solidFill>
            <a:srgbClr val="0E7490"/>
          </a:solidFill>
          <a:ln/>
        </p:spPr>
        <p:txBody>
          <a:bodyPr/>
          <a:p>
            <a:pPr/>
            <a:endParaRPr/>
          </a:p>
        </p:txBody>
      </p:sp>
      <p:sp>
        <p:nvSpPr>
          <p:cNvPr id="169" name=""/>
          <p:cNvSpPr/>
          <p:nvPr/>
        </p:nvSpPr>
        <p:spPr>
          <a:xfrm rot="0" flipH="0" flipV="0">
            <a:off x="4191000" y="3609975"/>
            <a:ext cx="3638550" cy="2047875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D6E0EC"/>
            </a:solidFill>
            <a:prstDash val="solid"/>
          </a:ln>
          <a:effectLst>
            <a:outerShdw blurRad="101600" dist="38100" dir="5400000" sx="100000" sy="100000" kx="0" ky="0" algn="b" rotWithShape="0">
              <a:srgbClr val="0B2545">
                <a:alpha val="14000"/>
              </a:srgbClr>
            </a:outerShdw>
          </a:effectLst>
        </p:spPr>
        <p:txBody>
          <a:bodyPr/>
          <a:p>
            <a:pPr/>
            <a:endParaRPr/>
          </a:p>
        </p:txBody>
      </p:sp>
      <p:sp>
        <p:nvSpPr>
          <p:cNvPr id="170" name=""/>
          <p:cNvSpPr/>
          <p:nvPr/>
        </p:nvSpPr>
        <p:spPr>
          <a:xfrm rot="0" flipH="0" flipV="0">
            <a:off x="4419600" y="3819525"/>
            <a:ext cx="438150" cy="438150"/>
          </a:xfrm>
          <a:prstGeom prst="roundRect">
            <a:avLst>
              <a:gd name="adj" fmla="val 50000"/>
            </a:avLst>
          </a:prstGeom>
          <a:solidFill>
            <a:srgbClr val="0E7490"/>
          </a:solidFill>
          <a:ln/>
        </p:spPr>
        <p:txBody>
          <a:bodyPr/>
          <a:p>
            <a:pPr/>
            <a:endParaRPr/>
          </a:p>
        </p:txBody>
      </p:sp>
      <p:sp>
        <p:nvSpPr>
          <p:cNvPr id="171" name="" descr="{&quot;isTemplate&quot;:true,&quot;type&quot;:&quot;text&quot;}"/>
          <p:cNvSpPr txBox="1"/>
          <p:nvPr/>
        </p:nvSpPr>
        <p:spPr>
          <a:xfrm rot="0" flipH="0" flipV="0">
            <a:off x="4524375" y="3933825"/>
            <a:ext cx="2286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FFFFFF"/>
                </a:solidFill>
                <a:latin typeface="Microsoft YaHei"/>
                <a:ea typeface="Microsoft YaHei"/>
              </a:rPr>
              <a:t>02</a:t>
            </a:r>
            <a:endParaRPr/>
          </a:p>
        </p:txBody>
      </p:sp>
      <p:sp>
        <p:nvSpPr>
          <p:cNvPr id="172" name="" descr="{&quot;isTemplate&quot;:true,&quot;type&quot;:&quot;text&quot;}"/>
          <p:cNvSpPr txBox="1"/>
          <p:nvPr/>
        </p:nvSpPr>
        <p:spPr>
          <a:xfrm rot="0" flipH="0" flipV="0">
            <a:off x="4419600" y="4429125"/>
            <a:ext cx="318135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0B2545"/>
                </a:solidFill>
                <a:latin typeface="Microsoft YaHei"/>
                <a:ea typeface="Microsoft YaHei"/>
              </a:rPr>
              <a:t>Tutor Agent</a:t>
            </a:r>
            <a:endParaRPr/>
          </a:p>
        </p:txBody>
      </p:sp>
      <p:sp>
        <p:nvSpPr>
          <p:cNvPr id="173" name="" descr="{&quot;isTemplate&quot;:true,&quot;type&quot;:&quot;text&quot;}"/>
          <p:cNvSpPr txBox="1"/>
          <p:nvPr/>
        </p:nvSpPr>
        <p:spPr>
          <a:xfrm rot="0" flipH="0" flipV="0">
            <a:off x="4419600" y="4781550"/>
            <a:ext cx="3181350" cy="3333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425">
                <a:solidFill>
                  <a:srgbClr val="5B6B7F"/>
                </a:solidFill>
                <a:latin typeface="Microsoft YaHei"/>
                <a:ea typeface="Microsoft YaHei"/>
              </a:rPr>
              <a:t>答疑</a:t>
            </a:r>
            <a:r>
              <a:rPr lang="en-US" sz="1425">
                <a:solidFill>
                  <a:srgbClr val="5B6B7F"/>
                </a:solidFill>
                <a:latin typeface="Microsoft YaHei"/>
                <a:ea typeface="Microsoft YaHei"/>
              </a:rPr>
              <a:t> · </a:t>
            </a:r>
            <a:r>
              <a:rPr lang="zh-CN" sz="1425">
                <a:solidFill>
                  <a:srgbClr val="5B6B7F"/>
                </a:solidFill>
                <a:latin typeface="Microsoft YaHei"/>
                <a:ea typeface="Microsoft YaHei"/>
              </a:rPr>
              <a:t>知识解释</a:t>
            </a:r>
            <a:endParaRPr/>
          </a:p>
        </p:txBody>
      </p:sp>
      <p:sp>
        <p:nvSpPr>
          <p:cNvPr id="174" name=""/>
          <p:cNvSpPr/>
          <p:nvPr/>
        </p:nvSpPr>
        <p:spPr>
          <a:xfrm rot="0" flipH="0" flipV="0">
            <a:off x="4419600" y="5410200"/>
            <a:ext cx="419100" cy="38100"/>
          </a:xfrm>
          <a:prstGeom prst="roundRect">
            <a:avLst>
              <a:gd name="adj" fmla="val 50000"/>
            </a:avLst>
          </a:prstGeom>
          <a:solidFill>
            <a:srgbClr val="0E7490"/>
          </a:solidFill>
          <a:ln/>
        </p:spPr>
        <p:txBody>
          <a:bodyPr/>
          <a:p>
            <a:pPr/>
            <a:endParaRPr/>
          </a:p>
        </p:txBody>
      </p:sp>
      <p:sp>
        <p:nvSpPr>
          <p:cNvPr id="175" name=""/>
          <p:cNvSpPr/>
          <p:nvPr/>
        </p:nvSpPr>
        <p:spPr>
          <a:xfrm rot="0" flipH="0" flipV="0">
            <a:off x="7981950" y="1409700"/>
            <a:ext cx="3638550" cy="2047875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D6E0EC"/>
            </a:solidFill>
            <a:prstDash val="solid"/>
          </a:ln>
          <a:effectLst>
            <a:outerShdw blurRad="101600" dist="38100" dir="5400000" sx="100000" sy="100000" kx="0" ky="0" algn="b" rotWithShape="0">
              <a:srgbClr val="0B2545">
                <a:alpha val="14000"/>
              </a:srgbClr>
            </a:outerShdw>
          </a:effectLst>
        </p:spPr>
        <p:txBody>
          <a:bodyPr/>
          <a:p>
            <a:pPr/>
            <a:endParaRPr/>
          </a:p>
        </p:txBody>
      </p:sp>
      <p:sp>
        <p:nvSpPr>
          <p:cNvPr id="176" name=""/>
          <p:cNvSpPr/>
          <p:nvPr/>
        </p:nvSpPr>
        <p:spPr>
          <a:xfrm rot="0" flipH="0" flipV="0">
            <a:off x="8210550" y="1619250"/>
            <a:ext cx="438150" cy="438150"/>
          </a:xfrm>
          <a:prstGeom prst="roundRect">
            <a:avLst>
              <a:gd name="adj" fmla="val 50000"/>
            </a:avLst>
          </a:prstGeom>
          <a:solidFill>
            <a:srgbClr val="0E7490"/>
          </a:solidFill>
          <a:ln/>
        </p:spPr>
        <p:txBody>
          <a:bodyPr/>
          <a:p>
            <a:pPr/>
            <a:endParaRPr/>
          </a:p>
        </p:txBody>
      </p:sp>
      <p:sp>
        <p:nvSpPr>
          <p:cNvPr id="177" name="" descr="{&quot;isTemplate&quot;:true,&quot;type&quot;:&quot;text&quot;}"/>
          <p:cNvSpPr txBox="1"/>
          <p:nvPr/>
        </p:nvSpPr>
        <p:spPr>
          <a:xfrm rot="0" flipH="0" flipV="0">
            <a:off x="8315325" y="1733550"/>
            <a:ext cx="2286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FFFFFF"/>
                </a:solidFill>
                <a:latin typeface="Microsoft YaHei"/>
                <a:ea typeface="Microsoft YaHei"/>
              </a:rPr>
              <a:t>03</a:t>
            </a:r>
            <a:endParaRPr/>
          </a:p>
        </p:txBody>
      </p:sp>
      <p:sp>
        <p:nvSpPr>
          <p:cNvPr id="178" name="" descr="{&quot;isTemplate&quot;:true,&quot;type&quot;:&quot;text&quot;}"/>
          <p:cNvSpPr txBox="1"/>
          <p:nvPr/>
        </p:nvSpPr>
        <p:spPr>
          <a:xfrm rot="0" flipH="0" flipV="0">
            <a:off x="8210550" y="2228850"/>
            <a:ext cx="318135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0B2545"/>
                </a:solidFill>
                <a:latin typeface="Microsoft YaHei"/>
                <a:ea typeface="Microsoft YaHei"/>
              </a:rPr>
              <a:t>Planner Agent</a:t>
            </a:r>
            <a:endParaRPr/>
          </a:p>
        </p:txBody>
      </p:sp>
      <p:sp>
        <p:nvSpPr>
          <p:cNvPr id="179" name="" descr="{&quot;isTemplate&quot;:true,&quot;type&quot;:&quot;text&quot;}"/>
          <p:cNvSpPr txBox="1"/>
          <p:nvPr/>
        </p:nvSpPr>
        <p:spPr>
          <a:xfrm rot="0" flipH="0" flipV="0">
            <a:off x="8210550" y="2581275"/>
            <a:ext cx="3181350" cy="3333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425">
                <a:solidFill>
                  <a:srgbClr val="5B6B7F"/>
                </a:solidFill>
                <a:latin typeface="Microsoft YaHei"/>
                <a:ea typeface="Microsoft YaHei"/>
              </a:rPr>
              <a:t>学习路径</a:t>
            </a:r>
            <a:r>
              <a:rPr lang="en-US" sz="1425">
                <a:solidFill>
                  <a:srgbClr val="5B6B7F"/>
                </a:solidFill>
                <a:latin typeface="Microsoft YaHei"/>
                <a:ea typeface="Microsoft YaHei"/>
              </a:rPr>
              <a:t> · </a:t>
            </a:r>
            <a:r>
              <a:rPr lang="zh-CN" sz="1425">
                <a:solidFill>
                  <a:srgbClr val="5B6B7F"/>
                </a:solidFill>
                <a:latin typeface="Microsoft YaHei"/>
                <a:ea typeface="Microsoft YaHei"/>
              </a:rPr>
              <a:t>规划</a:t>
            </a:r>
            <a:endParaRPr/>
          </a:p>
        </p:txBody>
      </p:sp>
      <p:sp>
        <p:nvSpPr>
          <p:cNvPr id="180" name=""/>
          <p:cNvSpPr/>
          <p:nvPr/>
        </p:nvSpPr>
        <p:spPr>
          <a:xfrm rot="0" flipH="0" flipV="0">
            <a:off x="8210550" y="3209925"/>
            <a:ext cx="419100" cy="38100"/>
          </a:xfrm>
          <a:prstGeom prst="roundRect">
            <a:avLst>
              <a:gd name="adj" fmla="val 50000"/>
            </a:avLst>
          </a:prstGeom>
          <a:solidFill>
            <a:srgbClr val="0E7490"/>
          </a:solidFill>
          <a:ln/>
        </p:spPr>
        <p:txBody>
          <a:bodyPr/>
          <a:p>
            <a:pPr/>
            <a:endParaRPr/>
          </a:p>
        </p:txBody>
      </p:sp>
      <p:sp>
        <p:nvSpPr>
          <p:cNvPr id="181" name=""/>
          <p:cNvSpPr/>
          <p:nvPr/>
        </p:nvSpPr>
        <p:spPr>
          <a:xfrm rot="0" flipH="0" flipV="0">
            <a:off x="7981950" y="3609975"/>
            <a:ext cx="3638550" cy="2047875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D6E0EC"/>
            </a:solidFill>
            <a:prstDash val="solid"/>
          </a:ln>
          <a:effectLst>
            <a:outerShdw blurRad="101600" dist="38100" dir="5400000" sx="100000" sy="100000" kx="0" ky="0" algn="b" rotWithShape="0">
              <a:srgbClr val="0B2545">
                <a:alpha val="14000"/>
              </a:srgbClr>
            </a:outerShdw>
          </a:effectLst>
        </p:spPr>
        <p:txBody>
          <a:bodyPr/>
          <a:p>
            <a:pPr/>
            <a:endParaRPr/>
          </a:p>
        </p:txBody>
      </p:sp>
      <p:sp>
        <p:nvSpPr>
          <p:cNvPr id="182" name=""/>
          <p:cNvSpPr/>
          <p:nvPr/>
        </p:nvSpPr>
        <p:spPr>
          <a:xfrm rot="0" flipH="0" flipV="0">
            <a:off x="8210550" y="3819525"/>
            <a:ext cx="438150" cy="438150"/>
          </a:xfrm>
          <a:prstGeom prst="roundRect">
            <a:avLst>
              <a:gd name="adj" fmla="val 50000"/>
            </a:avLst>
          </a:prstGeom>
          <a:solidFill>
            <a:srgbClr val="0E7490"/>
          </a:solidFill>
          <a:ln/>
        </p:spPr>
        <p:txBody>
          <a:bodyPr/>
          <a:p>
            <a:pPr/>
            <a:endParaRPr/>
          </a:p>
        </p:txBody>
      </p:sp>
      <p:sp>
        <p:nvSpPr>
          <p:cNvPr id="183" name="" descr="{&quot;isTemplate&quot;:true,&quot;type&quot;:&quot;text&quot;}"/>
          <p:cNvSpPr txBox="1"/>
          <p:nvPr/>
        </p:nvSpPr>
        <p:spPr>
          <a:xfrm rot="0" flipH="0" flipV="0">
            <a:off x="8315325" y="3933825"/>
            <a:ext cx="2286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FFFFFF"/>
                </a:solidFill>
                <a:latin typeface="Microsoft YaHei"/>
                <a:ea typeface="Microsoft YaHei"/>
              </a:rPr>
              <a:t>04</a:t>
            </a:r>
            <a:endParaRPr/>
          </a:p>
        </p:txBody>
      </p:sp>
      <p:sp>
        <p:nvSpPr>
          <p:cNvPr id="184" name="" descr="{&quot;isTemplate&quot;:true,&quot;type&quot;:&quot;text&quot;}"/>
          <p:cNvSpPr txBox="1"/>
          <p:nvPr/>
        </p:nvSpPr>
        <p:spPr>
          <a:xfrm rot="0" flipH="0" flipV="0">
            <a:off x="8210550" y="4429125"/>
            <a:ext cx="318135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0B2545"/>
                </a:solidFill>
                <a:latin typeface="Microsoft YaHei"/>
                <a:ea typeface="Microsoft YaHei"/>
              </a:rPr>
              <a:t>Review Agent</a:t>
            </a:r>
            <a:endParaRPr/>
          </a:p>
        </p:txBody>
      </p:sp>
      <p:sp>
        <p:nvSpPr>
          <p:cNvPr id="185" name="" descr="{&quot;isTemplate&quot;:true,&quot;type&quot;:&quot;text&quot;}"/>
          <p:cNvSpPr txBox="1"/>
          <p:nvPr/>
        </p:nvSpPr>
        <p:spPr>
          <a:xfrm rot="0" flipH="0" flipV="0">
            <a:off x="8210550" y="4781550"/>
            <a:ext cx="3181350" cy="3333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425">
                <a:solidFill>
                  <a:srgbClr val="5B6B7F"/>
                </a:solidFill>
                <a:latin typeface="Microsoft YaHei"/>
                <a:ea typeface="Microsoft YaHei"/>
              </a:rPr>
              <a:t>复习策略</a:t>
            </a:r>
            <a:r>
              <a:rPr lang="en-US" sz="1425">
                <a:solidFill>
                  <a:srgbClr val="5B6B7F"/>
                </a:solidFill>
                <a:latin typeface="Microsoft YaHei"/>
                <a:ea typeface="Microsoft YaHei"/>
              </a:rPr>
              <a:t> · </a:t>
            </a:r>
            <a:r>
              <a:rPr lang="zh-CN" sz="1425">
                <a:solidFill>
                  <a:srgbClr val="5B6B7F"/>
                </a:solidFill>
                <a:latin typeface="Microsoft YaHei"/>
                <a:ea typeface="Microsoft YaHei"/>
              </a:rPr>
              <a:t>个性化反馈</a:t>
            </a:r>
            <a:endParaRPr/>
          </a:p>
        </p:txBody>
      </p:sp>
      <p:sp>
        <p:nvSpPr>
          <p:cNvPr id="186" name=""/>
          <p:cNvSpPr/>
          <p:nvPr/>
        </p:nvSpPr>
        <p:spPr>
          <a:xfrm rot="0" flipH="0" flipV="0">
            <a:off x="8210550" y="5410200"/>
            <a:ext cx="419100" cy="38100"/>
          </a:xfrm>
          <a:prstGeom prst="roundRect">
            <a:avLst>
              <a:gd name="adj" fmla="val 50000"/>
            </a:avLst>
          </a:prstGeom>
          <a:solidFill>
            <a:srgbClr val="0E7490"/>
          </a:solidFill>
          <a:ln/>
        </p:spPr>
        <p:txBody>
          <a:bodyPr/>
          <a:p>
            <a:pPr/>
            <a:endParaRPr/>
          </a:p>
        </p:txBody>
      </p:sp>
      <p:sp>
        <p:nvSpPr>
          <p:cNvPr id="187" name=""/>
          <p:cNvSpPr/>
          <p:nvPr/>
        </p:nvSpPr>
        <p:spPr>
          <a:xfrm rot="0" flipH="0" flipV="0">
            <a:off x="4191000" y="5810250"/>
            <a:ext cx="7429500" cy="533400"/>
          </a:xfrm>
          <a:prstGeom prst="roundRect">
            <a:avLst>
              <a:gd name="adj" fmla="val 17857"/>
            </a:avLst>
          </a:prstGeom>
          <a:solidFill>
            <a:srgbClr val="E8F1FA"/>
          </a:solidFill>
          <a:ln/>
          <a:effectLst>
            <a:outerShdw blurRad="101600" dist="38100" dir="5400000" sx="100000" sy="100000" kx="0" ky="0" algn="b" rotWithShape="0">
              <a:srgbClr val="0B2545">
                <a:alpha val="14000"/>
              </a:srgbClr>
            </a:outerShdw>
          </a:effectLst>
        </p:spPr>
        <p:txBody>
          <a:bodyPr/>
          <a:p>
            <a:pPr/>
            <a:endParaRPr/>
          </a:p>
        </p:txBody>
      </p:sp>
      <p:pic>
        <p:nvPicPr>
          <p:cNvPr id="188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4419600" y="5981700"/>
            <a:ext cx="190500" cy="190500"/>
          </a:xfrm>
          <a:prstGeom prst="rect">
            <a:avLst/>
          </a:prstGeom>
          <a:ln/>
        </p:spPr>
      </p:pic>
      <p:sp>
        <p:nvSpPr>
          <p:cNvPr id="189" name="" descr="{&quot;isTemplate&quot;:true,&quot;type&quot;:&quot;text&quot;}"/>
          <p:cNvSpPr txBox="1"/>
          <p:nvPr/>
        </p:nvSpPr>
        <p:spPr>
          <a:xfrm rot="0" flipH="0" flipV="0">
            <a:off x="4724400" y="5915025"/>
            <a:ext cx="5715000" cy="3238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500">
                <a:solidFill>
                  <a:srgbClr val="12233A"/>
                </a:solidFill>
                <a:latin typeface="Microsoft YaHei"/>
                <a:ea typeface="Microsoft YaHei"/>
              </a:rPr>
              <a:t>四角色为基于已有问答与规划能力的分工抽象，共享同一状态底座。</a:t>
            </a:r>
            <a:endParaRPr/>
          </a:p>
        </p:txBody>
      </p:sp>
      <p:sp>
        <p:nvSpPr>
          <p:cNvPr id="190" name=""/>
          <p:cNvSpPr/>
          <p:nvPr/>
        </p:nvSpPr>
        <p:spPr>
          <a:xfrm rot="0" flipH="0" flipV="0">
            <a:off x="571500" y="6343650"/>
            <a:ext cx="11049000" cy="342900"/>
          </a:xfrm>
          <a:custGeom>
            <a:pathLst>
              <a:path w="1160" h="36">
                <a:moveTo>
                  <a:pt x="0" y="0"/>
                </a:moveTo>
                <a:lnTo>
                  <a:pt x="1160" y="0"/>
                </a:lnTo>
                <a:lnTo>
                  <a:pt x="1160" y="1"/>
                </a:lnTo>
                <a:lnTo>
                  <a:pt x="0" y="1"/>
                </a:lnTo>
                <a:close/>
              </a:path>
            </a:pathLst>
          </a:custGeom>
          <a:solidFill>
            <a:srgbClr val="E5EBF2"/>
          </a:solidFill>
          <a:ln/>
        </p:spPr>
        <p:txBody>
          <a:bodyPr/>
          <a:p>
            <a:pPr/>
            <a:endParaRPr/>
          </a:p>
        </p:txBody>
      </p:sp>
      <p:sp>
        <p:nvSpPr>
          <p:cNvPr id="191" name="" descr="{&quot;isTemplate&quot;:true,&quot;type&quot;:&quot;text&quot;}"/>
          <p:cNvSpPr txBox="1"/>
          <p:nvPr/>
        </p:nvSpPr>
        <p:spPr>
          <a:xfrm rot="0" flipH="0" flipV="0">
            <a:off x="571500" y="6467475"/>
            <a:ext cx="16002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spc="38">
                <a:solidFill>
                  <a:srgbClr val="8B97A8"/>
                </a:solidFill>
                <a:latin typeface="Microsoft YaHei"/>
                <a:ea typeface="Microsoft YaHei"/>
              </a:rPr>
              <a:t>CampusMateAI · </a:t>
            </a:r>
            <a:r>
              <a:rPr lang="zh-CN" sz="975" spc="38">
                <a:solidFill>
                  <a:srgbClr val="8B97A8"/>
                </a:solidFill>
                <a:latin typeface="Microsoft YaHei"/>
                <a:ea typeface="Microsoft YaHei"/>
              </a:rPr>
              <a:t>技术汇报</a:t>
            </a:r>
            <a:endParaRPr/>
          </a:p>
        </p:txBody>
      </p:sp>
      <p:sp>
        <p:nvSpPr>
          <p:cNvPr id="192" name="" descr="{&quot;isTemplate&quot;:true,&quot;type&quot;:&quot;text&quot;}"/>
          <p:cNvSpPr txBox="1"/>
          <p:nvPr/>
        </p:nvSpPr>
        <p:spPr>
          <a:xfrm rot="0" flipH="0" flipV="0">
            <a:off x="11115675" y="6457950"/>
            <a:ext cx="5048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 spc="38">
                <a:solidFill>
                  <a:srgbClr val="0B2545"/>
                </a:solidFill>
                <a:latin typeface="Microsoft YaHei"/>
                <a:ea typeface="Microsoft YaHei"/>
              </a:rPr>
              <a:t>04 / 09</a:t>
            </a:r>
            <a:endParaRPr/>
          </a:p>
        </p:txBody>
      </p:sp>
      <p:sp>
        <p:nvSpPr>
          <p:cNvPr id="193" name=""/>
          <p:cNvSpPr/>
          <p:nvPr/>
        </p:nvSpPr>
        <p:spPr>
          <a:xfrm rot="0" flipH="0" flipV="0">
            <a:off x="0" y="0"/>
            <a:ext cx="12192000" cy="57150"/>
          </a:xfrm>
          <a:prstGeom prst="rect">
            <a:avLst/>
          </a:prstGeom>
          <a:gradFill>
            <a:gsLst>
              <a:gs pos="0">
                <a:srgbClr val="0B2545"/>
              </a:gs>
              <a:gs pos="100000">
                <a:srgbClr val="0E7490"/>
              </a:gs>
            </a:gsLst>
            <a:lin ang="0" scaled="1"/>
          </a:gradFill>
          <a:ln/>
        </p:spPr>
        <p:txBody>
          <a:bodyPr/>
          <a:p>
            <a:pPr/>
            <a:endParaRPr/>
          </a:p>
        </p:txBody>
      </p:sp>
      <p:sp>
        <p:nvSpPr>
          <p:cNvPr id="194" name=""/>
          <p:cNvSpPr/>
          <p:nvPr/>
        </p:nvSpPr>
        <p:spPr>
          <a:xfrm rot="0" flipH="0" flipV="0">
            <a:off x="571500" y="1409700"/>
            <a:ext cx="3390900" cy="4933950"/>
          </a:xfrm>
          <a:prstGeom prst="roundRect">
            <a:avLst>
              <a:gd name="adj" fmla="val 4494"/>
            </a:avLst>
          </a:prstGeom>
          <a:solidFill>
            <a:srgbClr val="0B2545"/>
          </a:solidFill>
          <a:ln/>
          <a:effectLst>
            <a:outerShdw blurRad="101600" dist="38100" dir="5400000" sx="100000" sy="100000" kx="0" ky="0" algn="b" rotWithShape="0">
              <a:srgbClr val="0B2545">
                <a:alpha val="14000"/>
              </a:srgbClr>
            </a:outerShdw>
          </a:effectLst>
        </p:spPr>
        <p:txBody>
          <a:bodyPr/>
          <a:p>
            <a:pPr/>
            <a:endParaRPr/>
          </a:p>
        </p:txBody>
      </p:sp>
      <p:sp>
        <p:nvSpPr>
          <p:cNvPr id="195" name="" descr="{&quot;isTemplate&quot;:true,&quot;type&quot;:&quot;text&quot;}"/>
          <p:cNvSpPr txBox="1"/>
          <p:nvPr/>
        </p:nvSpPr>
        <p:spPr>
          <a:xfrm rot="0" flipH="0" flipV="0">
            <a:off x="819150" y="1695450"/>
            <a:ext cx="28956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 spc="150">
                <a:solidFill>
                  <a:srgbClr val="5FD3E8"/>
                </a:solidFill>
                <a:latin typeface="Microsoft YaHei"/>
                <a:ea typeface="Microsoft YaHei"/>
              </a:rPr>
              <a:t>STATE FOUNDATION</a:t>
            </a:r>
            <a:endParaRPr/>
          </a:p>
        </p:txBody>
      </p:sp>
      <p:sp>
        <p:nvSpPr>
          <p:cNvPr id="196" name="" descr="{&quot;isTemplate&quot;:true,&quot;type&quot;:&quot;text&quot;}"/>
          <p:cNvSpPr txBox="1"/>
          <p:nvPr/>
        </p:nvSpPr>
        <p:spPr>
          <a:xfrm rot="0" flipH="0" flipV="0">
            <a:off x="819150" y="1990725"/>
            <a:ext cx="2895600" cy="390525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en-US" sz="2025" b="1">
                <a:solidFill>
                  <a:srgbClr val="FFFFFF"/>
                </a:solidFill>
                <a:latin typeface="Microsoft YaHei"/>
                <a:ea typeface="Microsoft YaHei"/>
              </a:rPr>
              <a:t>Student World Model</a:t>
            </a:r>
            <a:endParaRPr/>
          </a:p>
        </p:txBody>
      </p:sp>
      <p:sp>
        <p:nvSpPr>
          <p:cNvPr id="197" name="" descr="{&quot;isTemplate&quot;:true,&quot;type&quot;:&quot;text&quot;}"/>
          <p:cNvSpPr txBox="1"/>
          <p:nvPr/>
        </p:nvSpPr>
        <p:spPr>
          <a:xfrm rot="0" flipH="0" flipV="0">
            <a:off x="819150" y="2476500"/>
            <a:ext cx="28956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FFFFFF">
                    <a:alpha val="72000"/>
                  </a:srgbClr>
                </a:solidFill>
                <a:latin typeface="Microsoft YaHei"/>
                <a:ea typeface="Microsoft YaHei"/>
              </a:rPr>
              <a:t>证据驱动的状态底座</a:t>
            </a:r>
            <a:endParaRPr/>
          </a:p>
        </p:txBody>
      </p:sp>
      <p:sp>
        <p:nvSpPr>
          <p:cNvPr id="198" name=""/>
          <p:cNvSpPr/>
          <p:nvPr/>
        </p:nvSpPr>
        <p:spPr>
          <a:xfrm rot="0" flipH="0" flipV="0">
            <a:off x="819150" y="2914650"/>
            <a:ext cx="2895600" cy="9525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99" name="" descr="{&quot;isTemplate&quot;:true,&quot;type&quot;:&quot;text&quot;}"/>
          <p:cNvSpPr txBox="1"/>
          <p:nvPr/>
        </p:nvSpPr>
        <p:spPr>
          <a:xfrm rot="0" flipH="0" flipV="0">
            <a:off x="819150" y="3152775"/>
            <a:ext cx="2895600" cy="12001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zh-CN" sz="1500">
                <a:solidFill>
                  <a:srgbClr val="FFFFFF">
                    <a:alpha val="92000"/>
                  </a:srgbClr>
                </a:solidFill>
                <a:latin typeface="Microsoft YaHei"/>
                <a:ea typeface="Microsoft YaHei"/>
              </a:rPr>
              <a:t>所有决策基于</a:t>
            </a:r>
            <a:r>
              <a:rPr lang="en-US" sz="1500">
                <a:solidFill>
                  <a:srgbClr val="FFFFFF">
                    <a:alpha val="92000"/>
                  </a:srgbClr>
                </a:solidFill>
                <a:latin typeface="Microsoft YaHei"/>
                <a:ea typeface="Microsoft YaHei"/>
              </a:rPr>
              <a:t> Evidence-grounded State</a:t>
            </a:r>
            <a:r>
              <a:rPr lang="zh-CN" sz="1500">
                <a:solidFill>
                  <a:srgbClr val="FFFFFF">
                    <a:alpha val="92000"/>
                  </a:srgbClr>
                </a:solidFill>
                <a:latin typeface="Microsoft YaHei"/>
                <a:ea typeface="Microsoft YaHei"/>
              </a:rPr>
              <a:t>，不直接猜测学生情况。</a:t>
            </a:r>
            <a:endParaRPr/>
          </a:p>
        </p:txBody>
      </p:sp>
      <p:pic>
        <p:nvPicPr>
          <p:cNvPr id="200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819150" y="4391025"/>
            <a:ext cx="1257300" cy="1257300"/>
          </a:xfrm>
          <a:prstGeom prst="rect">
            <a:avLst/>
          </a:prstGeom>
          <a:ln/>
        </p:spPr>
      </p:pic>
      <p:sp>
        <p:nvSpPr>
          <p:cNvPr id="201" name=""/>
          <p:cNvSpPr/>
          <p:nvPr/>
        </p:nvSpPr>
        <p:spPr>
          <a:xfrm rot="0" flipH="0" flipV="0">
            <a:off x="819150" y="5676900"/>
            <a:ext cx="2895600" cy="381000"/>
          </a:xfrm>
          <a:prstGeom prst="roundRect">
            <a:avLst>
              <a:gd name="adj" fmla="val 45000"/>
            </a:avLst>
          </a:prstGeom>
          <a:solidFill>
            <a:srgbClr val="5FD3E8">
              <a:alpha val="16000"/>
            </a:srgbClr>
          </a:solidFill>
          <a:ln w="12700">
            <a:solidFill>
              <a:srgbClr val="5FD3E8">
                <a:alpha val="45000"/>
              </a:srgbClr>
            </a:solidFill>
            <a:prstDash val="solid"/>
          </a:ln>
          <a:effectLst>
            <a:outerShdw blurRad="101600" dist="38100" dir="5400000" sx="100000" sy="100000" kx="0" ky="0" algn="b" rotWithShape="0">
              <a:srgbClr val="0B2545">
                <a:alpha val="14000"/>
              </a:srgbClr>
            </a:outerShdw>
          </a:effectLst>
        </p:spPr>
        <p:txBody>
          <a:bodyPr/>
          <a:p>
            <a:pPr/>
            <a:endParaRPr/>
          </a:p>
        </p:txBody>
      </p:sp>
      <p:sp>
        <p:nvSpPr>
          <p:cNvPr id="202" name="" descr="{&quot;isTemplate&quot;:true,&quot;type&quot;:&quot;text&quot;}"/>
          <p:cNvSpPr txBox="1"/>
          <p:nvPr/>
        </p:nvSpPr>
        <p:spPr>
          <a:xfrm rot="0" flipH="0" flipV="0">
            <a:off x="971550" y="5772150"/>
            <a:ext cx="25908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5FD3E8"/>
                </a:solidFill>
                <a:latin typeface="Microsoft YaHei"/>
                <a:ea typeface="Microsoft YaHei"/>
              </a:rPr>
              <a:t>四角色共享同一底座</a:t>
            </a:r>
            <a:endParaRPr/>
          </a:p>
        </p:txBody>
      </p:sp>
      <p:sp>
        <p:nvSpPr>
          <p:cNvPr id="203" name=""/>
          <p:cNvSpPr/>
          <p:nvPr/>
        </p:nvSpPr>
        <p:spPr>
          <a:xfrm rot="0" flipH="0" flipV="0">
            <a:off x="3371850" y="1619250"/>
            <a:ext cx="381000" cy="19050"/>
          </a:xfrm>
          <a:prstGeom prst="rect">
            <a:avLst/>
          </a:prstGeom>
          <a:solidFill>
            <a:srgbClr val="5FD3E8">
              <a:alpha val="45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204" name=""/>
          <p:cNvSpPr/>
          <p:nvPr/>
        </p:nvSpPr>
        <p:spPr>
          <a:xfrm rot="0" flipH="0" flipV="0">
            <a:off x="3733800" y="1619250"/>
            <a:ext cx="19050" cy="381000"/>
          </a:xfrm>
          <a:prstGeom prst="rect">
            <a:avLst/>
          </a:prstGeom>
          <a:solidFill>
            <a:srgbClr val="5FD3E8">
              <a:alpha val="45000"/>
            </a:srgbClr>
          </a:solidFill>
          <a:ln/>
        </p:spPr>
        <p:txBody>
          <a:bodyPr/>
          <a:p>
            <a:pPr/>
            <a:endParaRPr/>
          </a:p>
        </p:txBody>
      </p:sp>
    </p:spTree>
  </p:cSld>
</p:sld>
</file>

<file path=ppt/slides/slide5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20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207" name=""/>
          <p:cNvSpPr/>
          <p:nvPr/>
        </p:nvSpPr>
        <p:spPr>
          <a:xfrm rot="0" flipH="0" flipV="0">
            <a:off x="571500" y="266700"/>
            <a:ext cx="28575" cy="171450"/>
          </a:xfrm>
          <a:prstGeom prst="roundRect">
            <a:avLst>
              <a:gd name="adj" fmla="val 66667"/>
            </a:avLst>
          </a:prstGeom>
          <a:solidFill>
            <a:srgbClr val="0E7490"/>
          </a:solidFill>
          <a:ln/>
        </p:spPr>
        <p:txBody>
          <a:bodyPr/>
          <a:p>
            <a:pPr/>
            <a:endParaRPr/>
          </a:p>
        </p:txBody>
      </p:sp>
      <p:sp>
        <p:nvSpPr>
          <p:cNvPr id="208" name="" descr="{&quot;isTemplate&quot;:true,&quot;type&quot;:&quot;text&quot;}"/>
          <p:cNvSpPr txBox="1"/>
          <p:nvPr/>
        </p:nvSpPr>
        <p:spPr>
          <a:xfrm rot="0" flipH="0" flipV="0">
            <a:off x="695325" y="276225"/>
            <a:ext cx="19145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 spc="38">
                <a:solidFill>
                  <a:srgbClr val="0E7490"/>
                </a:solidFill>
                <a:latin typeface="Microsoft YaHei"/>
                <a:ea typeface="Microsoft YaHei"/>
              </a:rPr>
              <a:t>04 · </a:t>
            </a:r>
            <a:r>
              <a:rPr lang="zh-CN" sz="1050" b="1" spc="38">
                <a:solidFill>
                  <a:srgbClr val="0E7490"/>
                </a:solidFill>
                <a:latin typeface="Microsoft YaHei"/>
                <a:ea typeface="Microsoft YaHei"/>
              </a:rPr>
              <a:t>创新一</a:t>
            </a:r>
            <a:r>
              <a:rPr lang="en-US" sz="1050" b="1" spc="38">
                <a:solidFill>
                  <a:srgbClr val="0E7490"/>
                </a:solidFill>
                <a:latin typeface="Microsoft YaHei"/>
                <a:ea typeface="Microsoft YaHei"/>
              </a:rPr>
              <a:t>  COURSE SPACE</a:t>
            </a:r>
            <a:endParaRPr/>
          </a:p>
        </p:txBody>
      </p:sp>
      <p:sp>
        <p:nvSpPr>
          <p:cNvPr id="209" name="" descr="{&quot;isTemplate&quot;:true,&quot;type&quot;:&quot;text&quot;}"/>
          <p:cNvSpPr txBox="1"/>
          <p:nvPr/>
        </p:nvSpPr>
        <p:spPr>
          <a:xfrm rot="0" flipH="0" flipV="0">
            <a:off x="10477500" y="266700"/>
            <a:ext cx="1143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38">
                <a:solidFill>
                  <a:srgbClr val="8B97A8"/>
                </a:solidFill>
                <a:latin typeface="Microsoft YaHei"/>
                <a:ea typeface="Microsoft YaHei"/>
              </a:rPr>
              <a:t>3 </a:t>
            </a:r>
            <a:r>
              <a:rPr lang="zh-CN" sz="1125" spc="38">
                <a:solidFill>
                  <a:srgbClr val="8B97A8"/>
                </a:solidFill>
                <a:latin typeface="Microsoft YaHei"/>
                <a:ea typeface="Microsoft YaHei"/>
              </a:rPr>
              <a:t>要素</a:t>
            </a:r>
            <a:r>
              <a:rPr lang="en-US" sz="1125" spc="38">
                <a:solidFill>
                  <a:srgbClr val="8B97A8"/>
                </a:solidFill>
                <a:latin typeface="Microsoft YaHei"/>
                <a:ea typeface="Microsoft YaHei"/>
              </a:rPr>
              <a:t> · 5 </a:t>
            </a:r>
            <a:r>
              <a:rPr lang="zh-CN" sz="1125" spc="38">
                <a:solidFill>
                  <a:srgbClr val="8B97A8"/>
                </a:solidFill>
                <a:latin typeface="Microsoft YaHei"/>
                <a:ea typeface="Microsoft YaHei"/>
              </a:rPr>
              <a:t>步流程</a:t>
            </a:r>
            <a:endParaRPr/>
          </a:p>
        </p:txBody>
      </p:sp>
      <p:sp>
        <p:nvSpPr>
          <p:cNvPr id="210" name="" descr="{&quot;isTemplate&quot;:true,&quot;type&quot;:&quot;text&quot;}"/>
          <p:cNvSpPr txBox="1"/>
          <p:nvPr/>
        </p:nvSpPr>
        <p:spPr>
          <a:xfrm rot="0" flipH="0" flipV="0">
            <a:off x="571500" y="533400"/>
            <a:ext cx="11049000" cy="485775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en-US" sz="2550" b="1">
                <a:solidFill>
                  <a:srgbClr val="0B2545"/>
                </a:solidFill>
                <a:latin typeface="Microsoft YaHei"/>
                <a:ea typeface="Microsoft YaHei"/>
              </a:rPr>
              <a:t>Course Space</a:t>
            </a:r>
            <a:r>
              <a:rPr lang="zh-CN" sz="2550" b="1">
                <a:solidFill>
                  <a:srgbClr val="0B2545"/>
                </a:solidFill>
                <a:latin typeface="Microsoft YaHei"/>
                <a:ea typeface="Microsoft YaHei"/>
              </a:rPr>
              <a:t>：面向课程的智能学习空间</a:t>
            </a:r>
            <a:endParaRPr/>
          </a:p>
        </p:txBody>
      </p:sp>
      <p:sp>
        <p:nvSpPr>
          <p:cNvPr id="211" name=""/>
          <p:cNvSpPr/>
          <p:nvPr/>
        </p:nvSpPr>
        <p:spPr>
          <a:xfrm rot="0" flipH="0" flipV="0">
            <a:off x="571500" y="1190625"/>
            <a:ext cx="11049000" cy="9525"/>
          </a:xfrm>
          <a:prstGeom prst="rect">
            <a:avLst/>
          </a:prstGeom>
          <a:solidFill>
            <a:srgbClr val="D6E0EC"/>
          </a:solidFill>
          <a:ln/>
        </p:spPr>
        <p:txBody>
          <a:bodyPr/>
          <a:p>
            <a:pPr/>
            <a:endParaRPr/>
          </a:p>
        </p:txBody>
      </p:sp>
      <p:sp>
        <p:nvSpPr>
          <p:cNvPr id="212" name=""/>
          <p:cNvSpPr/>
          <p:nvPr/>
        </p:nvSpPr>
        <p:spPr>
          <a:xfrm rot="0" flipH="0" flipV="0">
            <a:off x="609600" y="1409700"/>
            <a:ext cx="4038600" cy="723900"/>
          </a:xfrm>
          <a:prstGeom prst="rect">
            <a:avLst/>
          </a:prstGeom>
          <a:solidFill>
            <a:srgbClr val="F5F9FD"/>
          </a:solidFill>
          <a:ln/>
          <a:effectLst>
            <a:outerShdw blurRad="101600" dist="38100" dir="5400000" sx="100000" sy="100000" kx="0" ky="0" algn="b" rotWithShape="0">
              <a:srgbClr val="0B2545">
                <a:alpha val="14000"/>
              </a:srgbClr>
            </a:outerShdw>
          </a:effectLst>
        </p:spPr>
        <p:txBody>
          <a:bodyPr/>
          <a:p>
            <a:pPr/>
            <a:endParaRPr/>
          </a:p>
        </p:txBody>
      </p:sp>
      <p:sp>
        <p:nvSpPr>
          <p:cNvPr id="213" name=""/>
          <p:cNvSpPr/>
          <p:nvPr/>
        </p:nvSpPr>
        <p:spPr>
          <a:xfrm rot="0" flipH="0" flipV="0">
            <a:off x="571500" y="1409700"/>
            <a:ext cx="4076700" cy="723900"/>
          </a:xfrm>
          <a:custGeom>
            <a:pathLst>
              <a:path w="428" h="76">
                <a:moveTo>
                  <a:pt x="0" y="0"/>
                </a:moveTo>
                <a:lnTo>
                  <a:pt x="4" y="0"/>
                </a:lnTo>
                <a:lnTo>
                  <a:pt x="4" y="76"/>
                </a:lnTo>
                <a:lnTo>
                  <a:pt x="0" y="76"/>
                </a:lnTo>
                <a:close/>
              </a:path>
            </a:pathLst>
          </a:custGeom>
          <a:solidFill>
            <a:srgbClr val="0E7490"/>
          </a:solidFill>
          <a:ln/>
          <a:effectLst>
            <a:outerShdw blurRad="101600" dist="38100" dir="5400000" sx="100000" sy="100000" kx="0" ky="0" algn="b" rotWithShape="0">
              <a:srgbClr val="0B2545">
                <a:alpha val="14000"/>
              </a:srgbClr>
            </a:outerShdw>
          </a:effectLst>
        </p:spPr>
        <p:txBody>
          <a:bodyPr/>
          <a:p>
            <a:pPr/>
            <a:endParaRPr/>
          </a:p>
        </p:txBody>
      </p:sp>
      <p:sp>
        <p:nvSpPr>
          <p:cNvPr id="214" name="" descr="{&quot;isTemplate&quot;:true,&quot;type&quot;:&quot;text&quot;}"/>
          <p:cNvSpPr txBox="1"/>
          <p:nvPr/>
        </p:nvSpPr>
        <p:spPr>
          <a:xfrm rot="0" flipH="0" flipV="0">
            <a:off x="762000" y="1609725"/>
            <a:ext cx="3810000" cy="3333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500">
                <a:solidFill>
                  <a:srgbClr val="12233A"/>
                </a:solidFill>
                <a:latin typeface="Microsoft YaHei"/>
                <a:ea typeface="Microsoft YaHei"/>
              </a:rPr>
              <a:t>课程是连接知识、任务与学习行为的天然单位</a:t>
            </a:r>
            <a:endParaRPr/>
          </a:p>
        </p:txBody>
      </p:sp>
      <p:sp>
        <p:nvSpPr>
          <p:cNvPr id="215" name=""/>
          <p:cNvSpPr/>
          <p:nvPr/>
        </p:nvSpPr>
        <p:spPr>
          <a:xfrm rot="0" flipH="0" flipV="0">
            <a:off x="571500" y="2266950"/>
            <a:ext cx="4038600" cy="1066800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D6E0EC"/>
            </a:solidFill>
            <a:prstDash val="solid"/>
          </a:ln>
          <a:effectLst>
            <a:outerShdw blurRad="101600" dist="38100" dir="5400000" sx="100000" sy="100000" kx="0" ky="0" algn="b" rotWithShape="0">
              <a:srgbClr val="0B2545">
                <a:alpha val="14000"/>
              </a:srgbClr>
            </a:outerShdw>
          </a:effectLst>
        </p:spPr>
        <p:txBody>
          <a:bodyPr/>
          <a:p>
            <a:pPr/>
            <a:endParaRPr/>
          </a:p>
        </p:txBody>
      </p:sp>
      <p:sp>
        <p:nvSpPr>
          <p:cNvPr id="216" name=""/>
          <p:cNvSpPr/>
          <p:nvPr/>
        </p:nvSpPr>
        <p:spPr>
          <a:xfrm rot="0" flipH="0" flipV="0">
            <a:off x="781050" y="2619375"/>
            <a:ext cx="361950" cy="361950"/>
          </a:xfrm>
          <a:prstGeom prst="roundRect">
            <a:avLst>
              <a:gd name="adj" fmla="val 50000"/>
            </a:avLst>
          </a:prstGeom>
          <a:solidFill>
            <a:srgbClr val="0E7490"/>
          </a:solidFill>
          <a:ln/>
        </p:spPr>
        <p:txBody>
          <a:bodyPr/>
          <a:p>
            <a:pPr/>
            <a:endParaRPr/>
          </a:p>
        </p:txBody>
      </p:sp>
      <p:sp>
        <p:nvSpPr>
          <p:cNvPr id="217" name="" descr="{&quot;isTemplate&quot;:true,&quot;type&quot;:&quot;text&quot;}"/>
          <p:cNvSpPr txBox="1"/>
          <p:nvPr/>
        </p:nvSpPr>
        <p:spPr>
          <a:xfrm rot="0" flipH="0" flipV="0">
            <a:off x="866775" y="2705100"/>
            <a:ext cx="2000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FFFFFF"/>
                </a:solidFill>
                <a:latin typeface="Microsoft YaHei"/>
                <a:ea typeface="Microsoft YaHei"/>
              </a:rPr>
              <a:t>01</a:t>
            </a:r>
            <a:endParaRPr/>
          </a:p>
        </p:txBody>
      </p:sp>
      <p:sp>
        <p:nvSpPr>
          <p:cNvPr id="218" name="" descr="{&quot;isTemplate&quot;:true,&quot;type&quot;:&quot;text&quot;}"/>
          <p:cNvSpPr txBox="1"/>
          <p:nvPr/>
        </p:nvSpPr>
        <p:spPr>
          <a:xfrm rot="0" flipH="0" flipV="0">
            <a:off x="1314450" y="2543175"/>
            <a:ext cx="12573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0B2545"/>
                </a:solidFill>
                <a:latin typeface="Microsoft YaHei"/>
                <a:ea typeface="Microsoft YaHei"/>
              </a:rPr>
              <a:t>课程知识空间</a:t>
            </a:r>
            <a:endParaRPr/>
          </a:p>
        </p:txBody>
      </p:sp>
      <p:sp>
        <p:nvSpPr>
          <p:cNvPr id="219" name="" descr="{&quot;isTemplate&quot;:true,&quot;type&quot;:&quot;text&quot;}"/>
          <p:cNvSpPr txBox="1"/>
          <p:nvPr/>
        </p:nvSpPr>
        <p:spPr>
          <a:xfrm rot="0" flipH="0" flipV="0">
            <a:off x="1314450" y="2857500"/>
            <a:ext cx="12573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5B6B7F"/>
                </a:solidFill>
                <a:latin typeface="Microsoft YaHei"/>
                <a:ea typeface="Microsoft YaHei"/>
              </a:rPr>
              <a:t>资料</a:t>
            </a:r>
            <a:r>
              <a:rPr lang="en-US" sz="1275">
                <a:solidFill>
                  <a:srgbClr val="5B6B7F"/>
                </a:solidFill>
                <a:latin typeface="Microsoft YaHei"/>
                <a:ea typeface="Microsoft YaHei"/>
              </a:rPr>
              <a:t> · </a:t>
            </a:r>
            <a:r>
              <a:rPr lang="zh-CN" sz="1275">
                <a:solidFill>
                  <a:srgbClr val="5B6B7F"/>
                </a:solidFill>
                <a:latin typeface="Microsoft YaHei"/>
                <a:ea typeface="Microsoft YaHei"/>
              </a:rPr>
              <a:t>作业</a:t>
            </a:r>
            <a:r>
              <a:rPr lang="en-US" sz="1275">
                <a:solidFill>
                  <a:srgbClr val="5B6B7F"/>
                </a:solidFill>
                <a:latin typeface="Microsoft YaHei"/>
                <a:ea typeface="Microsoft YaHei"/>
              </a:rPr>
              <a:t> · </a:t>
            </a:r>
            <a:r>
              <a:rPr lang="zh-CN" sz="1275">
                <a:solidFill>
                  <a:srgbClr val="5B6B7F"/>
                </a:solidFill>
                <a:latin typeface="Microsoft YaHei"/>
                <a:ea typeface="Microsoft YaHei"/>
              </a:rPr>
              <a:t>进度</a:t>
            </a:r>
            <a:endParaRPr/>
          </a:p>
        </p:txBody>
      </p:sp>
      <p:sp>
        <p:nvSpPr>
          <p:cNvPr id="220" name=""/>
          <p:cNvSpPr/>
          <p:nvPr/>
        </p:nvSpPr>
        <p:spPr>
          <a:xfrm rot="0" flipH="0" flipV="0">
            <a:off x="571500" y="3448050"/>
            <a:ext cx="4038600" cy="1066800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D6E0EC"/>
            </a:solidFill>
            <a:prstDash val="solid"/>
          </a:ln>
          <a:effectLst>
            <a:outerShdw blurRad="101600" dist="38100" dir="5400000" sx="100000" sy="100000" kx="0" ky="0" algn="b" rotWithShape="0">
              <a:srgbClr val="0B2545">
                <a:alpha val="14000"/>
              </a:srgbClr>
            </a:outerShdw>
          </a:effectLst>
        </p:spPr>
        <p:txBody>
          <a:bodyPr/>
          <a:p>
            <a:pPr/>
            <a:endParaRPr/>
          </a:p>
        </p:txBody>
      </p:sp>
      <p:sp>
        <p:nvSpPr>
          <p:cNvPr id="221" name=""/>
          <p:cNvSpPr/>
          <p:nvPr/>
        </p:nvSpPr>
        <p:spPr>
          <a:xfrm rot="0" flipH="0" flipV="0">
            <a:off x="781050" y="3800475"/>
            <a:ext cx="361950" cy="361950"/>
          </a:xfrm>
          <a:prstGeom prst="roundRect">
            <a:avLst>
              <a:gd name="adj" fmla="val 50000"/>
            </a:avLst>
          </a:prstGeom>
          <a:solidFill>
            <a:srgbClr val="0E7490"/>
          </a:solidFill>
          <a:ln/>
        </p:spPr>
        <p:txBody>
          <a:bodyPr/>
          <a:p>
            <a:pPr/>
            <a:endParaRPr/>
          </a:p>
        </p:txBody>
      </p:sp>
      <p:sp>
        <p:nvSpPr>
          <p:cNvPr id="222" name="" descr="{&quot;isTemplate&quot;:true,&quot;type&quot;:&quot;text&quot;}"/>
          <p:cNvSpPr txBox="1"/>
          <p:nvPr/>
        </p:nvSpPr>
        <p:spPr>
          <a:xfrm rot="0" flipH="0" flipV="0">
            <a:off x="866775" y="3886200"/>
            <a:ext cx="2000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FFFFFF"/>
                </a:solidFill>
                <a:latin typeface="Microsoft YaHei"/>
                <a:ea typeface="Microsoft YaHei"/>
              </a:rPr>
              <a:t>02</a:t>
            </a:r>
            <a:endParaRPr/>
          </a:p>
        </p:txBody>
      </p:sp>
      <p:sp>
        <p:nvSpPr>
          <p:cNvPr id="223" name="" descr="{&quot;isTemplate&quot;:true,&quot;type&quot;:&quot;text&quot;}"/>
          <p:cNvSpPr txBox="1"/>
          <p:nvPr/>
        </p:nvSpPr>
        <p:spPr>
          <a:xfrm rot="0" flipH="0" flipV="0">
            <a:off x="1314450" y="3724275"/>
            <a:ext cx="10477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0B2545"/>
                </a:solidFill>
                <a:latin typeface="Microsoft YaHei"/>
                <a:ea typeface="Microsoft YaHei"/>
              </a:rPr>
              <a:t>课程智能体</a:t>
            </a:r>
            <a:endParaRPr/>
          </a:p>
        </p:txBody>
      </p:sp>
      <p:sp>
        <p:nvSpPr>
          <p:cNvPr id="224" name="" descr="{&quot;isTemplate&quot;:true,&quot;type&quot;:&quot;text&quot;}"/>
          <p:cNvSpPr txBox="1"/>
          <p:nvPr/>
        </p:nvSpPr>
        <p:spPr>
          <a:xfrm rot="0" flipH="0" flipV="0">
            <a:off x="1314450" y="4038600"/>
            <a:ext cx="10477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5B6B7F"/>
                </a:solidFill>
                <a:latin typeface="Microsoft YaHei"/>
                <a:ea typeface="Microsoft YaHei"/>
              </a:rPr>
              <a:t>课程内问答</a:t>
            </a:r>
            <a:endParaRPr/>
          </a:p>
        </p:txBody>
      </p:sp>
      <p:sp>
        <p:nvSpPr>
          <p:cNvPr id="225" name=""/>
          <p:cNvSpPr/>
          <p:nvPr/>
        </p:nvSpPr>
        <p:spPr>
          <a:xfrm rot="0" flipH="0" flipV="0">
            <a:off x="571500" y="4629150"/>
            <a:ext cx="4038600" cy="1066800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D6E0EC"/>
            </a:solidFill>
            <a:prstDash val="solid"/>
          </a:ln>
          <a:effectLst>
            <a:outerShdw blurRad="101600" dist="38100" dir="5400000" sx="100000" sy="100000" kx="0" ky="0" algn="b" rotWithShape="0">
              <a:srgbClr val="0B2545">
                <a:alpha val="14000"/>
              </a:srgbClr>
            </a:outerShdw>
          </a:effectLst>
        </p:spPr>
        <p:txBody>
          <a:bodyPr/>
          <a:p>
            <a:pPr/>
            <a:endParaRPr/>
          </a:p>
        </p:txBody>
      </p:sp>
      <p:sp>
        <p:nvSpPr>
          <p:cNvPr id="226" name=""/>
          <p:cNvSpPr/>
          <p:nvPr/>
        </p:nvSpPr>
        <p:spPr>
          <a:xfrm rot="0" flipH="0" flipV="0">
            <a:off x="781050" y="4981575"/>
            <a:ext cx="361950" cy="361950"/>
          </a:xfrm>
          <a:prstGeom prst="roundRect">
            <a:avLst>
              <a:gd name="adj" fmla="val 50000"/>
            </a:avLst>
          </a:prstGeom>
          <a:solidFill>
            <a:srgbClr val="0E7490"/>
          </a:solidFill>
          <a:ln/>
        </p:spPr>
        <p:txBody>
          <a:bodyPr/>
          <a:p>
            <a:pPr/>
            <a:endParaRPr/>
          </a:p>
        </p:txBody>
      </p:sp>
      <p:sp>
        <p:nvSpPr>
          <p:cNvPr id="227" name="" descr="{&quot;isTemplate&quot;:true,&quot;type&quot;:&quot;text&quot;}"/>
          <p:cNvSpPr txBox="1"/>
          <p:nvPr/>
        </p:nvSpPr>
        <p:spPr>
          <a:xfrm rot="0" flipH="0" flipV="0">
            <a:off x="866775" y="5067300"/>
            <a:ext cx="2000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FFFFFF"/>
                </a:solidFill>
                <a:latin typeface="Microsoft YaHei"/>
                <a:ea typeface="Microsoft YaHei"/>
              </a:rPr>
              <a:t>03</a:t>
            </a:r>
            <a:endParaRPr/>
          </a:p>
        </p:txBody>
      </p:sp>
      <p:sp>
        <p:nvSpPr>
          <p:cNvPr id="228" name="" descr="{&quot;isTemplate&quot;:true,&quot;type&quot;:&quot;text&quot;}"/>
          <p:cNvSpPr txBox="1"/>
          <p:nvPr/>
        </p:nvSpPr>
        <p:spPr>
          <a:xfrm rot="0" flipH="0" flipV="0">
            <a:off x="1314450" y="4905375"/>
            <a:ext cx="9715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0B2545"/>
                </a:solidFill>
                <a:latin typeface="Microsoft YaHei"/>
                <a:ea typeface="Microsoft YaHei"/>
              </a:rPr>
              <a:t>学习轨迹</a:t>
            </a:r>
            <a:endParaRPr/>
          </a:p>
        </p:txBody>
      </p:sp>
      <p:sp>
        <p:nvSpPr>
          <p:cNvPr id="229" name="" descr="{&quot;isTemplate&quot;:true,&quot;type&quot;:&quot;text&quot;}"/>
          <p:cNvSpPr txBox="1"/>
          <p:nvPr/>
        </p:nvSpPr>
        <p:spPr>
          <a:xfrm rot="0" flipH="0" flipV="0">
            <a:off x="1314450" y="5219700"/>
            <a:ext cx="9715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5B6B7F"/>
                </a:solidFill>
                <a:latin typeface="Microsoft YaHei"/>
                <a:ea typeface="Microsoft YaHei"/>
              </a:rPr>
              <a:t>学习行为沉淀</a:t>
            </a:r>
            <a:endParaRPr/>
          </a:p>
        </p:txBody>
      </p:sp>
      <p:sp>
        <p:nvSpPr>
          <p:cNvPr id="230" name=""/>
          <p:cNvSpPr/>
          <p:nvPr/>
        </p:nvSpPr>
        <p:spPr>
          <a:xfrm rot="0" flipH="0" flipV="0">
            <a:off x="571500" y="5829300"/>
            <a:ext cx="4038600" cy="514350"/>
          </a:xfrm>
          <a:prstGeom prst="roundRect">
            <a:avLst>
              <a:gd name="adj" fmla="val 18519"/>
            </a:avLst>
          </a:prstGeom>
          <a:solidFill>
            <a:srgbClr val="0B2545"/>
          </a:solidFill>
          <a:ln/>
          <a:effectLst>
            <a:outerShdw blurRad="101600" dist="38100" dir="5400000" sx="100000" sy="100000" kx="0" ky="0" algn="b" rotWithShape="0">
              <a:srgbClr val="0B2545">
                <a:alpha val="14000"/>
              </a:srgbClr>
            </a:outerShdw>
          </a:effectLst>
        </p:spPr>
        <p:txBody>
          <a:bodyPr/>
          <a:p>
            <a:pPr/>
            <a:endParaRPr/>
          </a:p>
        </p:txBody>
      </p:sp>
      <p:pic>
        <p:nvPicPr>
          <p:cNvPr id="231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838200" y="6000750"/>
            <a:ext cx="171450" cy="171450"/>
          </a:xfrm>
          <a:prstGeom prst="rect">
            <a:avLst/>
          </a:prstGeom>
          <a:ln/>
        </p:spPr>
      </p:pic>
      <p:sp>
        <p:nvSpPr>
          <p:cNvPr id="232" name="" descr="{&quot;isTemplate&quot;:true,&quot;type&quot;:&quot;text&quot;}"/>
          <p:cNvSpPr txBox="1"/>
          <p:nvPr/>
        </p:nvSpPr>
        <p:spPr>
          <a:xfrm rot="0" flipH="0" flipV="0">
            <a:off x="1104900" y="5972175"/>
            <a:ext cx="3238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FFFFFF"/>
                </a:solidFill>
                <a:latin typeface="Microsoft YaHei"/>
                <a:ea typeface="Microsoft YaHei"/>
              </a:rPr>
              <a:t>只做学生侧学习入口，不做教师备课。</a:t>
            </a:r>
            <a:endParaRPr/>
          </a:p>
        </p:txBody>
      </p:sp>
      <p:sp>
        <p:nvSpPr>
          <p:cNvPr id="233" name=""/>
          <p:cNvSpPr/>
          <p:nvPr/>
        </p:nvSpPr>
        <p:spPr>
          <a:xfrm rot="0" flipH="0" flipV="0">
            <a:off x="4914900" y="1409700"/>
            <a:ext cx="285750" cy="285750"/>
          </a:xfrm>
          <a:prstGeom prst="roundRect">
            <a:avLst>
              <a:gd name="adj" fmla="val 50000"/>
            </a:avLst>
          </a:prstGeom>
          <a:solidFill>
            <a:srgbClr val="0E7490"/>
          </a:solidFill>
          <a:ln/>
        </p:spPr>
        <p:txBody>
          <a:bodyPr/>
          <a:p>
            <a:pPr/>
            <a:endParaRPr/>
          </a:p>
        </p:txBody>
      </p:sp>
      <p:sp>
        <p:nvSpPr>
          <p:cNvPr id="234" name="" descr="{&quot;isTemplate&quot;:true,&quot;type&quot;:&quot;text&quot;}"/>
          <p:cNvSpPr txBox="1"/>
          <p:nvPr/>
        </p:nvSpPr>
        <p:spPr>
          <a:xfrm rot="0" flipH="0" flipV="0">
            <a:off x="4972050" y="1476375"/>
            <a:ext cx="171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FFFFFF"/>
                </a:solidFill>
                <a:latin typeface="Microsoft YaHei"/>
                <a:ea typeface="Microsoft YaHei"/>
              </a:rPr>
              <a:t>01</a:t>
            </a:r>
            <a:endParaRPr/>
          </a:p>
        </p:txBody>
      </p:sp>
      <p:sp>
        <p:nvSpPr>
          <p:cNvPr id="235" name=""/>
          <p:cNvSpPr/>
          <p:nvPr/>
        </p:nvSpPr>
        <p:spPr>
          <a:xfrm rot="0" flipH="0" flipV="0">
            <a:off x="5048250" y="1695450"/>
            <a:ext cx="19050" cy="723900"/>
          </a:xfrm>
          <a:prstGeom prst="rect">
            <a:avLst/>
          </a:prstGeom>
          <a:solidFill>
            <a:srgbClr val="D6E0EC"/>
          </a:solidFill>
          <a:ln/>
        </p:spPr>
        <p:txBody>
          <a:bodyPr/>
          <a:p>
            <a:pPr/>
            <a:endParaRPr/>
          </a:p>
        </p:txBody>
      </p:sp>
      <p:sp>
        <p:nvSpPr>
          <p:cNvPr id="236" name=""/>
          <p:cNvSpPr/>
          <p:nvPr/>
        </p:nvSpPr>
        <p:spPr>
          <a:xfrm rot="0" flipH="0" flipV="0">
            <a:off x="5276850" y="1409700"/>
            <a:ext cx="6343650" cy="895350"/>
          </a:xfrm>
          <a:prstGeom prst="roundRect">
            <a:avLst>
              <a:gd name="adj" fmla="val 10638"/>
            </a:avLst>
          </a:prstGeom>
          <a:solidFill>
            <a:srgbClr val="FFFFFF"/>
          </a:solidFill>
          <a:ln w="12700">
            <a:solidFill>
              <a:srgbClr val="D6E0EC"/>
            </a:solidFill>
            <a:prstDash val="solid"/>
          </a:ln>
          <a:effectLst>
            <a:outerShdw blurRad="101600" dist="38100" dir="5400000" sx="100000" sy="100000" kx="0" ky="0" algn="b" rotWithShape="0">
              <a:srgbClr val="0B2545">
                <a:alpha val="14000"/>
              </a:srgbClr>
            </a:outerShdw>
          </a:effectLst>
        </p:spPr>
        <p:txBody>
          <a:bodyPr/>
          <a:p>
            <a:pPr/>
            <a:endParaRPr/>
          </a:p>
        </p:txBody>
      </p:sp>
      <p:sp>
        <p:nvSpPr>
          <p:cNvPr id="237" name="" descr="{&quot;isTemplate&quot;:true,&quot;type&quot;:&quot;text&quot;}"/>
          <p:cNvSpPr txBox="1"/>
          <p:nvPr/>
        </p:nvSpPr>
        <p:spPr>
          <a:xfrm rot="0" flipH="0" flipV="0">
            <a:off x="5505450" y="1733550"/>
            <a:ext cx="18097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0B2545"/>
                </a:solidFill>
                <a:latin typeface="Microsoft YaHei"/>
                <a:ea typeface="Microsoft YaHei"/>
              </a:rPr>
              <a:t>进入课程</a:t>
            </a:r>
            <a:endParaRPr/>
          </a:p>
        </p:txBody>
      </p:sp>
      <p:sp>
        <p:nvSpPr>
          <p:cNvPr id="238" name="" descr="{&quot;isTemplate&quot;:true,&quot;type&quot;:&quot;text&quot;}"/>
          <p:cNvSpPr txBox="1"/>
          <p:nvPr/>
        </p:nvSpPr>
        <p:spPr>
          <a:xfrm rot="0" flipH="0" flipV="0">
            <a:off x="7315200" y="1752600"/>
            <a:ext cx="10858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>
                <a:solidFill>
                  <a:srgbClr val="5B6B7F"/>
                </a:solidFill>
                <a:latin typeface="Microsoft YaHei"/>
                <a:ea typeface="Microsoft YaHei"/>
              </a:rPr>
              <a:t>课程主页聚合</a:t>
            </a:r>
            <a:endParaRPr/>
          </a:p>
        </p:txBody>
      </p:sp>
      <p:sp>
        <p:nvSpPr>
          <p:cNvPr id="239" name=""/>
          <p:cNvSpPr/>
          <p:nvPr/>
        </p:nvSpPr>
        <p:spPr>
          <a:xfrm rot="0" flipH="0" flipV="0">
            <a:off x="4914900" y="2419350"/>
            <a:ext cx="285750" cy="285750"/>
          </a:xfrm>
          <a:prstGeom prst="roundRect">
            <a:avLst>
              <a:gd name="adj" fmla="val 50000"/>
            </a:avLst>
          </a:prstGeom>
          <a:solidFill>
            <a:srgbClr val="0E7490"/>
          </a:solidFill>
          <a:ln/>
        </p:spPr>
        <p:txBody>
          <a:bodyPr/>
          <a:p>
            <a:pPr/>
            <a:endParaRPr/>
          </a:p>
        </p:txBody>
      </p:sp>
      <p:sp>
        <p:nvSpPr>
          <p:cNvPr id="240" name="" descr="{&quot;isTemplate&quot;:true,&quot;type&quot;:&quot;text&quot;}"/>
          <p:cNvSpPr txBox="1"/>
          <p:nvPr/>
        </p:nvSpPr>
        <p:spPr>
          <a:xfrm rot="0" flipH="0" flipV="0">
            <a:off x="4972050" y="2486025"/>
            <a:ext cx="171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FFFFFF"/>
                </a:solidFill>
                <a:latin typeface="Microsoft YaHei"/>
                <a:ea typeface="Microsoft YaHei"/>
              </a:rPr>
              <a:t>02</a:t>
            </a:r>
            <a:endParaRPr/>
          </a:p>
        </p:txBody>
      </p:sp>
      <p:sp>
        <p:nvSpPr>
          <p:cNvPr id="241" name=""/>
          <p:cNvSpPr/>
          <p:nvPr/>
        </p:nvSpPr>
        <p:spPr>
          <a:xfrm rot="0" flipH="0" flipV="0">
            <a:off x="5048250" y="2705100"/>
            <a:ext cx="19050" cy="714375"/>
          </a:xfrm>
          <a:prstGeom prst="rect">
            <a:avLst/>
          </a:prstGeom>
          <a:solidFill>
            <a:srgbClr val="D6E0EC"/>
          </a:solidFill>
          <a:ln/>
        </p:spPr>
        <p:txBody>
          <a:bodyPr/>
          <a:p>
            <a:pPr/>
            <a:endParaRPr/>
          </a:p>
        </p:txBody>
      </p:sp>
      <p:sp>
        <p:nvSpPr>
          <p:cNvPr id="242" name=""/>
          <p:cNvSpPr/>
          <p:nvPr/>
        </p:nvSpPr>
        <p:spPr>
          <a:xfrm rot="0" flipH="0" flipV="0">
            <a:off x="5276850" y="2419350"/>
            <a:ext cx="6343650" cy="895350"/>
          </a:xfrm>
          <a:prstGeom prst="roundRect">
            <a:avLst>
              <a:gd name="adj" fmla="val 10638"/>
            </a:avLst>
          </a:prstGeom>
          <a:solidFill>
            <a:srgbClr val="FFFFFF"/>
          </a:solidFill>
          <a:ln w="12700">
            <a:solidFill>
              <a:srgbClr val="D6E0EC"/>
            </a:solidFill>
            <a:prstDash val="solid"/>
          </a:ln>
          <a:effectLst>
            <a:outerShdw blurRad="101600" dist="38100" dir="5400000" sx="100000" sy="100000" kx="0" ky="0" algn="b" rotWithShape="0">
              <a:srgbClr val="0B2545">
                <a:alpha val="14000"/>
              </a:srgbClr>
            </a:outerShdw>
          </a:effectLst>
        </p:spPr>
        <p:txBody>
          <a:bodyPr/>
          <a:p>
            <a:pPr/>
            <a:endParaRPr/>
          </a:p>
        </p:txBody>
      </p:sp>
      <p:sp>
        <p:nvSpPr>
          <p:cNvPr id="243" name="" descr="{&quot;isTemplate&quot;:true,&quot;type&quot;:&quot;text&quot;}"/>
          <p:cNvSpPr txBox="1"/>
          <p:nvPr/>
        </p:nvSpPr>
        <p:spPr>
          <a:xfrm rot="0" flipH="0" flipV="0">
            <a:off x="5505450" y="2743200"/>
            <a:ext cx="18097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0B2545"/>
                </a:solidFill>
                <a:latin typeface="Microsoft YaHei"/>
                <a:ea typeface="Microsoft YaHei"/>
              </a:rPr>
              <a:t>上下文构建</a:t>
            </a:r>
            <a:endParaRPr/>
          </a:p>
        </p:txBody>
      </p:sp>
      <p:sp>
        <p:nvSpPr>
          <p:cNvPr id="244" name="" descr="{&quot;isTemplate&quot;:true,&quot;type&quot;:&quot;text&quot;}"/>
          <p:cNvSpPr txBox="1"/>
          <p:nvPr/>
        </p:nvSpPr>
        <p:spPr>
          <a:xfrm rot="0" flipH="0" flipV="0">
            <a:off x="7315200" y="2762250"/>
            <a:ext cx="13906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>
                <a:solidFill>
                  <a:srgbClr val="5B6B7F"/>
                </a:solidFill>
                <a:latin typeface="Microsoft YaHei"/>
                <a:ea typeface="Microsoft YaHei"/>
              </a:rPr>
              <a:t>资料</a:t>
            </a:r>
            <a:r>
              <a:rPr lang="en-US" sz="1425">
                <a:solidFill>
                  <a:srgbClr val="5B6B7F"/>
                </a:solidFill>
                <a:latin typeface="Microsoft YaHei"/>
                <a:ea typeface="Microsoft YaHei"/>
              </a:rPr>
              <a:t> · </a:t>
            </a:r>
            <a:r>
              <a:rPr lang="zh-CN" sz="1425">
                <a:solidFill>
                  <a:srgbClr val="5B6B7F"/>
                </a:solidFill>
                <a:latin typeface="Microsoft YaHei"/>
                <a:ea typeface="Microsoft YaHei"/>
              </a:rPr>
              <a:t>作业</a:t>
            </a:r>
            <a:r>
              <a:rPr lang="en-US" sz="1425">
                <a:solidFill>
                  <a:srgbClr val="5B6B7F"/>
                </a:solidFill>
                <a:latin typeface="Microsoft YaHei"/>
                <a:ea typeface="Microsoft YaHei"/>
              </a:rPr>
              <a:t> · </a:t>
            </a:r>
            <a:r>
              <a:rPr lang="zh-CN" sz="1425">
                <a:solidFill>
                  <a:srgbClr val="5B6B7F"/>
                </a:solidFill>
                <a:latin typeface="Microsoft YaHei"/>
                <a:ea typeface="Microsoft YaHei"/>
              </a:rPr>
              <a:t>进度</a:t>
            </a:r>
            <a:endParaRPr/>
          </a:p>
        </p:txBody>
      </p:sp>
      <p:sp>
        <p:nvSpPr>
          <p:cNvPr id="245" name=""/>
          <p:cNvSpPr/>
          <p:nvPr/>
        </p:nvSpPr>
        <p:spPr>
          <a:xfrm rot="0" flipH="0" flipV="0">
            <a:off x="4914900" y="3419475"/>
            <a:ext cx="285750" cy="285750"/>
          </a:xfrm>
          <a:prstGeom prst="roundRect">
            <a:avLst>
              <a:gd name="adj" fmla="val 50000"/>
            </a:avLst>
          </a:prstGeom>
          <a:solidFill>
            <a:srgbClr val="0E7490"/>
          </a:solidFill>
          <a:ln/>
        </p:spPr>
        <p:txBody>
          <a:bodyPr/>
          <a:p>
            <a:pPr/>
            <a:endParaRPr/>
          </a:p>
        </p:txBody>
      </p:sp>
      <p:sp>
        <p:nvSpPr>
          <p:cNvPr id="246" name="" descr="{&quot;isTemplate&quot;:true,&quot;type&quot;:&quot;text&quot;}"/>
          <p:cNvSpPr txBox="1"/>
          <p:nvPr/>
        </p:nvSpPr>
        <p:spPr>
          <a:xfrm rot="0" flipH="0" flipV="0">
            <a:off x="4972050" y="3486150"/>
            <a:ext cx="171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FFFFFF"/>
                </a:solidFill>
                <a:latin typeface="Microsoft YaHei"/>
                <a:ea typeface="Microsoft YaHei"/>
              </a:rPr>
              <a:t>03</a:t>
            </a:r>
            <a:endParaRPr/>
          </a:p>
        </p:txBody>
      </p:sp>
      <p:sp>
        <p:nvSpPr>
          <p:cNvPr id="247" name=""/>
          <p:cNvSpPr/>
          <p:nvPr/>
        </p:nvSpPr>
        <p:spPr>
          <a:xfrm rot="0" flipH="0" flipV="0">
            <a:off x="5048250" y="3705225"/>
            <a:ext cx="19050" cy="723900"/>
          </a:xfrm>
          <a:prstGeom prst="rect">
            <a:avLst/>
          </a:prstGeom>
          <a:solidFill>
            <a:srgbClr val="D6E0EC"/>
          </a:solidFill>
          <a:ln/>
        </p:spPr>
        <p:txBody>
          <a:bodyPr/>
          <a:p>
            <a:pPr/>
            <a:endParaRPr/>
          </a:p>
        </p:txBody>
      </p:sp>
      <p:sp>
        <p:nvSpPr>
          <p:cNvPr id="248" name=""/>
          <p:cNvSpPr/>
          <p:nvPr/>
        </p:nvSpPr>
        <p:spPr>
          <a:xfrm rot="0" flipH="0" flipV="0">
            <a:off x="5276850" y="3419475"/>
            <a:ext cx="6343650" cy="895350"/>
          </a:xfrm>
          <a:prstGeom prst="roundRect">
            <a:avLst>
              <a:gd name="adj" fmla="val 10638"/>
            </a:avLst>
          </a:prstGeom>
          <a:solidFill>
            <a:srgbClr val="FFFFFF"/>
          </a:solidFill>
          <a:ln w="12700">
            <a:solidFill>
              <a:srgbClr val="D6E0EC"/>
            </a:solidFill>
            <a:prstDash val="solid"/>
          </a:ln>
          <a:effectLst>
            <a:outerShdw blurRad="101600" dist="38100" dir="5400000" sx="100000" sy="100000" kx="0" ky="0" algn="b" rotWithShape="0">
              <a:srgbClr val="0B2545">
                <a:alpha val="14000"/>
              </a:srgbClr>
            </a:outerShdw>
          </a:effectLst>
        </p:spPr>
        <p:txBody>
          <a:bodyPr/>
          <a:p>
            <a:pPr/>
            <a:endParaRPr/>
          </a:p>
        </p:txBody>
      </p:sp>
      <p:sp>
        <p:nvSpPr>
          <p:cNvPr id="249" name="" descr="{&quot;isTemplate&quot;:true,&quot;type&quot;:&quot;text&quot;}"/>
          <p:cNvSpPr txBox="1"/>
          <p:nvPr/>
        </p:nvSpPr>
        <p:spPr>
          <a:xfrm rot="0" flipH="0" flipV="0">
            <a:off x="5505450" y="3743325"/>
            <a:ext cx="18097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0B2545"/>
                </a:solidFill>
                <a:latin typeface="Microsoft YaHei"/>
                <a:ea typeface="Microsoft YaHei"/>
              </a:rPr>
              <a:t>AI </a:t>
            </a:r>
            <a:r>
              <a:rPr lang="zh-CN" sz="1650" b="1">
                <a:solidFill>
                  <a:srgbClr val="0B2545"/>
                </a:solidFill>
                <a:latin typeface="Microsoft YaHei"/>
                <a:ea typeface="Microsoft YaHei"/>
              </a:rPr>
              <a:t>辅助学习</a:t>
            </a:r>
            <a:endParaRPr/>
          </a:p>
        </p:txBody>
      </p:sp>
      <p:sp>
        <p:nvSpPr>
          <p:cNvPr id="250" name="" descr="{&quot;isTemplate&quot;:true,&quot;type&quot;:&quot;text&quot;}"/>
          <p:cNvSpPr txBox="1"/>
          <p:nvPr/>
        </p:nvSpPr>
        <p:spPr>
          <a:xfrm rot="0" flipH="0" flipV="0">
            <a:off x="7315200" y="3762375"/>
            <a:ext cx="90487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>
                <a:solidFill>
                  <a:srgbClr val="5B6B7F"/>
                </a:solidFill>
                <a:latin typeface="Microsoft YaHei"/>
                <a:ea typeface="Microsoft YaHei"/>
              </a:rPr>
              <a:t>课程内问答</a:t>
            </a:r>
            <a:endParaRPr/>
          </a:p>
        </p:txBody>
      </p:sp>
      <p:sp>
        <p:nvSpPr>
          <p:cNvPr id="251" name=""/>
          <p:cNvSpPr/>
          <p:nvPr/>
        </p:nvSpPr>
        <p:spPr>
          <a:xfrm rot="0" flipH="0" flipV="0">
            <a:off x="4914900" y="4429125"/>
            <a:ext cx="285750" cy="285750"/>
          </a:xfrm>
          <a:prstGeom prst="roundRect">
            <a:avLst>
              <a:gd name="adj" fmla="val 50000"/>
            </a:avLst>
          </a:prstGeom>
          <a:solidFill>
            <a:srgbClr val="0E7490"/>
          </a:solidFill>
          <a:ln/>
        </p:spPr>
        <p:txBody>
          <a:bodyPr/>
          <a:p>
            <a:pPr/>
            <a:endParaRPr/>
          </a:p>
        </p:txBody>
      </p:sp>
      <p:sp>
        <p:nvSpPr>
          <p:cNvPr id="252" name="" descr="{&quot;isTemplate&quot;:true,&quot;type&quot;:&quot;text&quot;}"/>
          <p:cNvSpPr txBox="1"/>
          <p:nvPr/>
        </p:nvSpPr>
        <p:spPr>
          <a:xfrm rot="0" flipH="0" flipV="0">
            <a:off x="4972050" y="4495800"/>
            <a:ext cx="171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FFFFFF"/>
                </a:solidFill>
                <a:latin typeface="Microsoft YaHei"/>
                <a:ea typeface="Microsoft YaHei"/>
              </a:rPr>
              <a:t>04</a:t>
            </a:r>
            <a:endParaRPr/>
          </a:p>
        </p:txBody>
      </p:sp>
      <p:sp>
        <p:nvSpPr>
          <p:cNvPr id="253" name=""/>
          <p:cNvSpPr/>
          <p:nvPr/>
        </p:nvSpPr>
        <p:spPr>
          <a:xfrm rot="0" flipH="0" flipV="0">
            <a:off x="5048250" y="4714875"/>
            <a:ext cx="19050" cy="714375"/>
          </a:xfrm>
          <a:prstGeom prst="rect">
            <a:avLst/>
          </a:prstGeom>
          <a:solidFill>
            <a:srgbClr val="D6E0EC"/>
          </a:solidFill>
          <a:ln/>
        </p:spPr>
        <p:txBody>
          <a:bodyPr/>
          <a:p>
            <a:pPr/>
            <a:endParaRPr/>
          </a:p>
        </p:txBody>
      </p:sp>
      <p:sp>
        <p:nvSpPr>
          <p:cNvPr id="254" name=""/>
          <p:cNvSpPr/>
          <p:nvPr/>
        </p:nvSpPr>
        <p:spPr>
          <a:xfrm rot="0" flipH="0" flipV="0">
            <a:off x="5276850" y="4429125"/>
            <a:ext cx="6343650" cy="895350"/>
          </a:xfrm>
          <a:prstGeom prst="roundRect">
            <a:avLst>
              <a:gd name="adj" fmla="val 10638"/>
            </a:avLst>
          </a:prstGeom>
          <a:solidFill>
            <a:srgbClr val="FFFFFF"/>
          </a:solidFill>
          <a:ln w="12700">
            <a:solidFill>
              <a:srgbClr val="D6E0EC"/>
            </a:solidFill>
            <a:prstDash val="solid"/>
          </a:ln>
          <a:effectLst>
            <a:outerShdw blurRad="101600" dist="38100" dir="5400000" sx="100000" sy="100000" kx="0" ky="0" algn="b" rotWithShape="0">
              <a:srgbClr val="0B2545">
                <a:alpha val="14000"/>
              </a:srgbClr>
            </a:outerShdw>
          </a:effectLst>
        </p:spPr>
        <p:txBody>
          <a:bodyPr/>
          <a:p>
            <a:pPr/>
            <a:endParaRPr/>
          </a:p>
        </p:txBody>
      </p:sp>
      <p:sp>
        <p:nvSpPr>
          <p:cNvPr id="255" name="" descr="{&quot;isTemplate&quot;:true,&quot;type&quot;:&quot;text&quot;}"/>
          <p:cNvSpPr txBox="1"/>
          <p:nvPr/>
        </p:nvSpPr>
        <p:spPr>
          <a:xfrm rot="0" flipH="0" flipV="0">
            <a:off x="5505450" y="4752975"/>
            <a:ext cx="18097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0B2545"/>
                </a:solidFill>
                <a:latin typeface="Microsoft YaHei"/>
                <a:ea typeface="Microsoft YaHei"/>
              </a:rPr>
              <a:t>产生事件</a:t>
            </a:r>
            <a:endParaRPr/>
          </a:p>
        </p:txBody>
      </p:sp>
      <p:sp>
        <p:nvSpPr>
          <p:cNvPr id="256" name="" descr="{&quot;isTemplate&quot;:true,&quot;type&quot;:&quot;text&quot;}"/>
          <p:cNvSpPr txBox="1"/>
          <p:nvPr/>
        </p:nvSpPr>
        <p:spPr>
          <a:xfrm rot="0" flipH="0" flipV="0">
            <a:off x="7315200" y="4772025"/>
            <a:ext cx="10858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>
                <a:solidFill>
                  <a:srgbClr val="5B6B7F"/>
                </a:solidFill>
                <a:latin typeface="Microsoft YaHei"/>
                <a:ea typeface="Microsoft YaHei"/>
              </a:rPr>
              <a:t>学习行为沉淀</a:t>
            </a:r>
            <a:endParaRPr/>
          </a:p>
        </p:txBody>
      </p:sp>
      <p:sp>
        <p:nvSpPr>
          <p:cNvPr id="257" name=""/>
          <p:cNvSpPr/>
          <p:nvPr/>
        </p:nvSpPr>
        <p:spPr>
          <a:xfrm rot="0" flipH="0" flipV="0">
            <a:off x="4914900" y="5429250"/>
            <a:ext cx="285750" cy="285750"/>
          </a:xfrm>
          <a:prstGeom prst="roundRect">
            <a:avLst>
              <a:gd name="adj" fmla="val 50000"/>
            </a:avLst>
          </a:prstGeom>
          <a:solidFill>
            <a:srgbClr val="0B2545"/>
          </a:solidFill>
          <a:ln/>
        </p:spPr>
        <p:txBody>
          <a:bodyPr/>
          <a:p>
            <a:pPr/>
            <a:endParaRPr/>
          </a:p>
        </p:txBody>
      </p:sp>
      <p:sp>
        <p:nvSpPr>
          <p:cNvPr id="258" name="" descr="{&quot;isTemplate&quot;:true,&quot;type&quot;:&quot;text&quot;}"/>
          <p:cNvSpPr txBox="1"/>
          <p:nvPr/>
        </p:nvSpPr>
        <p:spPr>
          <a:xfrm rot="0" flipH="0" flipV="0">
            <a:off x="4972050" y="5495925"/>
            <a:ext cx="171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5FD3E8"/>
                </a:solidFill>
                <a:latin typeface="Microsoft YaHei"/>
                <a:ea typeface="Microsoft YaHei"/>
              </a:rPr>
              <a:t>05</a:t>
            </a:r>
            <a:endParaRPr/>
          </a:p>
        </p:txBody>
      </p:sp>
      <p:sp>
        <p:nvSpPr>
          <p:cNvPr id="259" name=""/>
          <p:cNvSpPr/>
          <p:nvPr/>
        </p:nvSpPr>
        <p:spPr>
          <a:xfrm rot="0" flipH="0" flipV="0">
            <a:off x="5276850" y="5429250"/>
            <a:ext cx="6343650" cy="895350"/>
          </a:xfrm>
          <a:prstGeom prst="roundRect">
            <a:avLst>
              <a:gd name="adj" fmla="val 10638"/>
            </a:avLst>
          </a:prstGeom>
          <a:solidFill>
            <a:srgbClr val="E8F1FA"/>
          </a:solidFill>
          <a:ln w="12700">
            <a:solidFill>
              <a:srgbClr val="C3D4E4"/>
            </a:solidFill>
            <a:prstDash val="solid"/>
          </a:ln>
          <a:effectLst>
            <a:outerShdw blurRad="101600" dist="38100" dir="5400000" sx="100000" sy="100000" kx="0" ky="0" algn="b" rotWithShape="0">
              <a:srgbClr val="0B2545">
                <a:alpha val="14000"/>
              </a:srgbClr>
            </a:outerShdw>
          </a:effectLst>
        </p:spPr>
        <p:txBody>
          <a:bodyPr/>
          <a:p>
            <a:pPr/>
            <a:endParaRPr/>
          </a:p>
        </p:txBody>
      </p:sp>
      <p:sp>
        <p:nvSpPr>
          <p:cNvPr id="260" name="" descr="{&quot;isTemplate&quot;:true,&quot;type&quot;:&quot;text&quot;}"/>
          <p:cNvSpPr txBox="1"/>
          <p:nvPr/>
        </p:nvSpPr>
        <p:spPr>
          <a:xfrm rot="0" flipH="0" flipV="0">
            <a:off x="5505450" y="5753100"/>
            <a:ext cx="18097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0B2545"/>
                </a:solidFill>
                <a:latin typeface="Microsoft YaHei"/>
                <a:ea typeface="Microsoft YaHei"/>
              </a:rPr>
              <a:t>更新状态</a:t>
            </a:r>
            <a:endParaRPr/>
          </a:p>
        </p:txBody>
      </p:sp>
      <p:sp>
        <p:nvSpPr>
          <p:cNvPr id="261" name="" descr="{&quot;isTemplate&quot;:true,&quot;type&quot;:&quot;text&quot;}"/>
          <p:cNvSpPr txBox="1"/>
          <p:nvPr/>
        </p:nvSpPr>
        <p:spPr>
          <a:xfrm rot="0" flipH="0" flipV="0">
            <a:off x="7315200" y="5772150"/>
            <a:ext cx="10858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0E7490"/>
                </a:solidFill>
                <a:latin typeface="Microsoft YaHei"/>
                <a:ea typeface="Microsoft YaHei"/>
              </a:rPr>
              <a:t>回写世界模型</a:t>
            </a:r>
            <a:endParaRPr/>
          </a:p>
        </p:txBody>
      </p:sp>
      <p:sp>
        <p:nvSpPr>
          <p:cNvPr id="262" name=""/>
          <p:cNvSpPr/>
          <p:nvPr/>
        </p:nvSpPr>
        <p:spPr>
          <a:xfrm rot="0" flipH="0" flipV="0">
            <a:off x="571500" y="6343650"/>
            <a:ext cx="11049000" cy="342900"/>
          </a:xfrm>
          <a:custGeom>
            <a:pathLst>
              <a:path w="1160" h="36">
                <a:moveTo>
                  <a:pt x="0" y="0"/>
                </a:moveTo>
                <a:lnTo>
                  <a:pt x="1160" y="0"/>
                </a:lnTo>
                <a:lnTo>
                  <a:pt x="1160" y="1"/>
                </a:lnTo>
                <a:lnTo>
                  <a:pt x="0" y="1"/>
                </a:lnTo>
                <a:close/>
              </a:path>
            </a:pathLst>
          </a:custGeom>
          <a:solidFill>
            <a:srgbClr val="E5EBF2"/>
          </a:solidFill>
          <a:ln/>
        </p:spPr>
        <p:txBody>
          <a:bodyPr/>
          <a:p>
            <a:pPr/>
            <a:endParaRPr/>
          </a:p>
        </p:txBody>
      </p:sp>
      <p:sp>
        <p:nvSpPr>
          <p:cNvPr id="263" name="" descr="{&quot;isTemplate&quot;:true,&quot;type&quot;:&quot;text&quot;}"/>
          <p:cNvSpPr txBox="1"/>
          <p:nvPr/>
        </p:nvSpPr>
        <p:spPr>
          <a:xfrm rot="0" flipH="0" flipV="0">
            <a:off x="571500" y="6467475"/>
            <a:ext cx="16002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spc="38">
                <a:solidFill>
                  <a:srgbClr val="8B97A8"/>
                </a:solidFill>
                <a:latin typeface="Microsoft YaHei"/>
                <a:ea typeface="Microsoft YaHei"/>
              </a:rPr>
              <a:t>CampusMateAI · </a:t>
            </a:r>
            <a:r>
              <a:rPr lang="zh-CN" sz="975" spc="38">
                <a:solidFill>
                  <a:srgbClr val="8B97A8"/>
                </a:solidFill>
                <a:latin typeface="Microsoft YaHei"/>
                <a:ea typeface="Microsoft YaHei"/>
              </a:rPr>
              <a:t>技术汇报</a:t>
            </a:r>
            <a:endParaRPr/>
          </a:p>
        </p:txBody>
      </p:sp>
      <p:sp>
        <p:nvSpPr>
          <p:cNvPr id="264" name="" descr="{&quot;isTemplate&quot;:true,&quot;type&quot;:&quot;text&quot;}"/>
          <p:cNvSpPr txBox="1"/>
          <p:nvPr/>
        </p:nvSpPr>
        <p:spPr>
          <a:xfrm rot="0" flipH="0" flipV="0">
            <a:off x="11115675" y="6457950"/>
            <a:ext cx="5048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 spc="38">
                <a:solidFill>
                  <a:srgbClr val="0B2545"/>
                </a:solidFill>
                <a:latin typeface="Microsoft YaHei"/>
                <a:ea typeface="Microsoft YaHei"/>
              </a:rPr>
              <a:t>05 / 09</a:t>
            </a:r>
            <a:endParaRPr/>
          </a:p>
        </p:txBody>
      </p:sp>
      <p:sp>
        <p:nvSpPr>
          <p:cNvPr id="265" name=""/>
          <p:cNvSpPr/>
          <p:nvPr/>
        </p:nvSpPr>
        <p:spPr>
          <a:xfrm rot="0" flipH="0" flipV="0">
            <a:off x="0" y="0"/>
            <a:ext cx="12192000" cy="57150"/>
          </a:xfrm>
          <a:prstGeom prst="rect">
            <a:avLst/>
          </a:prstGeom>
          <a:gradFill>
            <a:gsLst>
              <a:gs pos="0">
                <a:srgbClr val="0B2545"/>
              </a:gs>
              <a:gs pos="100000">
                <a:srgbClr val="0E7490"/>
              </a:gs>
            </a:gsLst>
            <a:lin ang="0" scaled="1"/>
          </a:gradFill>
          <a:ln/>
        </p:spPr>
        <p:txBody>
          <a:bodyPr/>
          <a:p>
            <a:pPr/>
            <a:endParaRPr/>
          </a:p>
        </p:txBody>
      </p:sp>
    </p:spTree>
  </p:cSld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26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268" name=""/>
          <p:cNvSpPr/>
          <p:nvPr/>
        </p:nvSpPr>
        <p:spPr>
          <a:xfrm rot="0" flipH="0" flipV="0">
            <a:off x="571500" y="266700"/>
            <a:ext cx="28575" cy="171450"/>
          </a:xfrm>
          <a:prstGeom prst="roundRect">
            <a:avLst>
              <a:gd name="adj" fmla="val 66667"/>
            </a:avLst>
          </a:prstGeom>
          <a:solidFill>
            <a:srgbClr val="0E7490"/>
          </a:solidFill>
          <a:ln/>
        </p:spPr>
        <p:txBody>
          <a:bodyPr/>
          <a:p>
            <a:pPr/>
            <a:endParaRPr/>
          </a:p>
        </p:txBody>
      </p:sp>
      <p:sp>
        <p:nvSpPr>
          <p:cNvPr id="269" name="" descr="{&quot;isTemplate&quot;:true,&quot;type&quot;:&quot;text&quot;}"/>
          <p:cNvSpPr txBox="1"/>
          <p:nvPr/>
        </p:nvSpPr>
        <p:spPr>
          <a:xfrm rot="0" flipH="0" flipV="0">
            <a:off x="695325" y="276225"/>
            <a:ext cx="26765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 spc="38">
                <a:solidFill>
                  <a:srgbClr val="0E7490"/>
                </a:solidFill>
                <a:latin typeface="Microsoft YaHei"/>
                <a:ea typeface="Microsoft YaHei"/>
              </a:rPr>
              <a:t>05 · </a:t>
            </a:r>
            <a:r>
              <a:rPr lang="zh-CN" sz="1050" b="1" spc="38">
                <a:solidFill>
                  <a:srgbClr val="0E7490"/>
                </a:solidFill>
                <a:latin typeface="Microsoft YaHei"/>
                <a:ea typeface="Microsoft YaHei"/>
              </a:rPr>
              <a:t>创新二</a:t>
            </a:r>
            <a:r>
              <a:rPr lang="en-US" sz="1050" b="1" spc="38">
                <a:solidFill>
                  <a:srgbClr val="0E7490"/>
                </a:solidFill>
                <a:latin typeface="Microsoft YaHei"/>
                <a:ea typeface="Microsoft YaHei"/>
              </a:rPr>
              <a:t>  STUDENT WORLD MODEL</a:t>
            </a:r>
            <a:endParaRPr/>
          </a:p>
        </p:txBody>
      </p:sp>
      <p:sp>
        <p:nvSpPr>
          <p:cNvPr id="270" name="" descr="{&quot;isTemplate&quot;:true,&quot;type&quot;:&quot;text&quot;}"/>
          <p:cNvSpPr txBox="1"/>
          <p:nvPr/>
        </p:nvSpPr>
        <p:spPr>
          <a:xfrm rot="0" flipH="0" flipV="0">
            <a:off x="10620375" y="266700"/>
            <a:ext cx="10001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38">
                <a:solidFill>
                  <a:srgbClr val="8B97A8"/>
                </a:solidFill>
                <a:latin typeface="Microsoft YaHei"/>
                <a:ea typeface="Microsoft YaHei"/>
              </a:rPr>
              <a:t>4 </a:t>
            </a:r>
            <a:r>
              <a:rPr lang="zh-CN" sz="1125" spc="38">
                <a:solidFill>
                  <a:srgbClr val="8B97A8"/>
                </a:solidFill>
                <a:latin typeface="Microsoft YaHei"/>
                <a:ea typeface="Microsoft YaHei"/>
              </a:rPr>
              <a:t>维度</a:t>
            </a:r>
            <a:r>
              <a:rPr lang="en-US" sz="1125" spc="38">
                <a:solidFill>
                  <a:srgbClr val="8B97A8"/>
                </a:solidFill>
                <a:latin typeface="Microsoft YaHei"/>
                <a:ea typeface="Microsoft YaHei"/>
              </a:rPr>
              <a:t> · 3 </a:t>
            </a:r>
            <a:r>
              <a:rPr lang="zh-CN" sz="1125" spc="38">
                <a:solidFill>
                  <a:srgbClr val="8B97A8"/>
                </a:solidFill>
                <a:latin typeface="Microsoft YaHei"/>
                <a:ea typeface="Microsoft YaHei"/>
              </a:rPr>
              <a:t>属性</a:t>
            </a:r>
            <a:endParaRPr/>
          </a:p>
        </p:txBody>
      </p:sp>
      <p:sp>
        <p:nvSpPr>
          <p:cNvPr id="271" name="" descr="{&quot;isTemplate&quot;:true,&quot;type&quot;:&quot;text&quot;}"/>
          <p:cNvSpPr txBox="1"/>
          <p:nvPr/>
        </p:nvSpPr>
        <p:spPr>
          <a:xfrm rot="0" flipH="0" flipV="0">
            <a:off x="571500" y="533400"/>
            <a:ext cx="11049000" cy="485775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2550" b="1">
                <a:solidFill>
                  <a:srgbClr val="0B2545"/>
                </a:solidFill>
                <a:latin typeface="Microsoft YaHei"/>
                <a:ea typeface="Microsoft YaHei"/>
              </a:rPr>
              <a:t>可解释的学生状态建模</a:t>
            </a:r>
            <a:endParaRPr/>
          </a:p>
        </p:txBody>
      </p:sp>
      <p:sp>
        <p:nvSpPr>
          <p:cNvPr id="272" name=""/>
          <p:cNvSpPr/>
          <p:nvPr/>
        </p:nvSpPr>
        <p:spPr>
          <a:xfrm rot="0" flipH="0" flipV="0">
            <a:off x="571500" y="1190625"/>
            <a:ext cx="11049000" cy="9525"/>
          </a:xfrm>
          <a:prstGeom prst="rect">
            <a:avLst/>
          </a:prstGeom>
          <a:solidFill>
            <a:srgbClr val="D6E0EC"/>
          </a:solidFill>
          <a:ln/>
        </p:spPr>
        <p:txBody>
          <a:bodyPr/>
          <a:p>
            <a:pPr/>
            <a:endParaRPr/>
          </a:p>
        </p:txBody>
      </p:sp>
      <p:sp>
        <p:nvSpPr>
          <p:cNvPr id="273" name=""/>
          <p:cNvSpPr/>
          <p:nvPr/>
        </p:nvSpPr>
        <p:spPr>
          <a:xfrm rot="0" flipH="0" flipV="0">
            <a:off x="5676900" y="1409700"/>
            <a:ext cx="5981700" cy="438150"/>
          </a:xfrm>
          <a:prstGeom prst="rect">
            <a:avLst/>
          </a:prstGeom>
          <a:solidFill>
            <a:srgbClr val="F5F9FD"/>
          </a:solidFill>
          <a:ln/>
          <a:effectLst>
            <a:outerShdw blurRad="101600" dist="38100" dir="5400000" sx="100000" sy="100000" kx="0" ky="0" algn="b" rotWithShape="0">
              <a:srgbClr val="0B2545">
                <a:alpha val="14000"/>
              </a:srgbClr>
            </a:outerShdw>
          </a:effectLst>
        </p:spPr>
        <p:txBody>
          <a:bodyPr/>
          <a:p>
            <a:pPr/>
            <a:endParaRPr/>
          </a:p>
        </p:txBody>
      </p:sp>
      <p:sp>
        <p:nvSpPr>
          <p:cNvPr id="274" name=""/>
          <p:cNvSpPr/>
          <p:nvPr/>
        </p:nvSpPr>
        <p:spPr>
          <a:xfrm rot="0" flipH="0" flipV="0">
            <a:off x="5638800" y="1409700"/>
            <a:ext cx="6019800" cy="438150"/>
          </a:xfrm>
          <a:custGeom>
            <a:pathLst>
              <a:path w="632" h="46">
                <a:moveTo>
                  <a:pt x="0" y="0"/>
                </a:moveTo>
                <a:lnTo>
                  <a:pt x="4" y="0"/>
                </a:lnTo>
                <a:lnTo>
                  <a:pt x="4" y="46"/>
                </a:lnTo>
                <a:lnTo>
                  <a:pt x="0" y="46"/>
                </a:lnTo>
                <a:close/>
              </a:path>
            </a:pathLst>
          </a:custGeom>
          <a:solidFill>
            <a:srgbClr val="0E7490"/>
          </a:solidFill>
          <a:ln/>
          <a:effectLst>
            <a:outerShdw blurRad="101600" dist="38100" dir="5400000" sx="100000" sy="100000" kx="0" ky="0" algn="b" rotWithShape="0">
              <a:srgbClr val="0B2545">
                <a:alpha val="14000"/>
              </a:srgbClr>
            </a:outerShdw>
          </a:effectLst>
        </p:spPr>
        <p:txBody>
          <a:bodyPr/>
          <a:p>
            <a:pPr/>
            <a:endParaRPr/>
          </a:p>
        </p:txBody>
      </p:sp>
      <p:sp>
        <p:nvSpPr>
          <p:cNvPr id="275" name="" descr="{&quot;isTemplate&quot;:true,&quot;type&quot;:&quot;text&quot;}"/>
          <p:cNvSpPr txBox="1"/>
          <p:nvPr/>
        </p:nvSpPr>
        <p:spPr>
          <a:xfrm rot="0" flipH="0" flipV="0">
            <a:off x="5829300" y="1457325"/>
            <a:ext cx="4200525" cy="3429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575">
                <a:solidFill>
                  <a:srgbClr val="12233A"/>
                </a:solidFill>
                <a:latin typeface="Microsoft YaHei"/>
                <a:ea typeface="Microsoft YaHei"/>
              </a:rPr>
              <a:t>基于多源证据形成动态困难假设，而非静态标签</a:t>
            </a:r>
            <a:endParaRPr/>
          </a:p>
        </p:txBody>
      </p:sp>
      <p:sp>
        <p:nvSpPr>
          <p:cNvPr id="276" name=""/>
          <p:cNvSpPr/>
          <p:nvPr/>
        </p:nvSpPr>
        <p:spPr>
          <a:xfrm rot="0" flipH="0" flipV="0">
            <a:off x="5638800" y="1981200"/>
            <a:ext cx="2914650" cy="2105025"/>
          </a:xfrm>
          <a:prstGeom prst="roundRect">
            <a:avLst>
              <a:gd name="adj" fmla="val 5430"/>
            </a:avLst>
          </a:prstGeom>
          <a:solidFill>
            <a:srgbClr val="FFFFFF"/>
          </a:solidFill>
          <a:ln w="12700">
            <a:solidFill>
              <a:srgbClr val="D6E0EC"/>
            </a:solidFill>
            <a:prstDash val="solid"/>
          </a:ln>
          <a:effectLst>
            <a:outerShdw blurRad="101600" dist="38100" dir="5400000" sx="100000" sy="100000" kx="0" ky="0" algn="b" rotWithShape="0">
              <a:srgbClr val="0B2545">
                <a:alpha val="14000"/>
              </a:srgbClr>
            </a:outerShdw>
          </a:effectLst>
        </p:spPr>
        <p:txBody>
          <a:bodyPr/>
          <a:p>
            <a:pPr/>
            <a:endParaRPr/>
          </a:p>
        </p:txBody>
      </p:sp>
      <p:sp>
        <p:nvSpPr>
          <p:cNvPr id="277" name=""/>
          <p:cNvSpPr/>
          <p:nvPr/>
        </p:nvSpPr>
        <p:spPr>
          <a:xfrm rot="0" flipH="0" flipV="0">
            <a:off x="5848350" y="2171700"/>
            <a:ext cx="419100" cy="419100"/>
          </a:xfrm>
          <a:prstGeom prst="roundRect">
            <a:avLst>
              <a:gd name="adj" fmla="val 50000"/>
            </a:avLst>
          </a:prstGeom>
          <a:solidFill>
            <a:srgbClr val="E8F1FA"/>
          </a:solidFill>
          <a:ln/>
        </p:spPr>
        <p:txBody>
          <a:bodyPr/>
          <a:p>
            <a:pPr/>
            <a:endParaRPr/>
          </a:p>
        </p:txBody>
      </p:sp>
      <p:sp>
        <p:nvSpPr>
          <p:cNvPr id="278" name="" descr="{&quot;isTemplate&quot;:true,&quot;type&quot;:&quot;text&quot;}"/>
          <p:cNvSpPr txBox="1"/>
          <p:nvPr/>
        </p:nvSpPr>
        <p:spPr>
          <a:xfrm rot="0" flipH="0" flipV="0">
            <a:off x="5953125" y="2276475"/>
            <a:ext cx="2190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0E7490"/>
                </a:solidFill>
                <a:latin typeface="Microsoft YaHei"/>
                <a:ea typeface="Microsoft YaHei"/>
              </a:rPr>
              <a:t>01</a:t>
            </a:r>
            <a:endParaRPr/>
          </a:p>
        </p:txBody>
      </p:sp>
      <p:sp>
        <p:nvSpPr>
          <p:cNvPr id="279" name="" descr="{&quot;isTemplate&quot;:true,&quot;type&quot;:&quot;text&quot;}"/>
          <p:cNvSpPr txBox="1"/>
          <p:nvPr/>
        </p:nvSpPr>
        <p:spPr>
          <a:xfrm rot="0" flipH="0" flipV="0">
            <a:off x="5848350" y="2762250"/>
            <a:ext cx="249555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0B2545"/>
                </a:solidFill>
                <a:latin typeface="Microsoft YaHei"/>
                <a:ea typeface="Microsoft YaHei"/>
              </a:rPr>
              <a:t>知识掌握</a:t>
            </a:r>
            <a:endParaRPr/>
          </a:p>
        </p:txBody>
      </p:sp>
      <p:sp>
        <p:nvSpPr>
          <p:cNvPr id="280" name="" descr="{&quot;isTemplate&quot;:true,&quot;type&quot;:&quot;text&quot;}"/>
          <p:cNvSpPr txBox="1"/>
          <p:nvPr/>
        </p:nvSpPr>
        <p:spPr>
          <a:xfrm rot="0" flipH="0" flipV="0">
            <a:off x="5848350" y="3114675"/>
            <a:ext cx="24955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5B6B7F"/>
                </a:solidFill>
                <a:latin typeface="Microsoft YaHei"/>
                <a:ea typeface="Microsoft YaHei"/>
              </a:rPr>
              <a:t>掌握程度</a:t>
            </a:r>
            <a:endParaRPr/>
          </a:p>
        </p:txBody>
      </p:sp>
      <p:sp>
        <p:nvSpPr>
          <p:cNvPr id="281" name=""/>
          <p:cNvSpPr/>
          <p:nvPr/>
        </p:nvSpPr>
        <p:spPr>
          <a:xfrm rot="0" flipH="0" flipV="0">
            <a:off x="5848350" y="3857625"/>
            <a:ext cx="381000" cy="38100"/>
          </a:xfrm>
          <a:prstGeom prst="roundRect">
            <a:avLst>
              <a:gd name="adj" fmla="val 50000"/>
            </a:avLst>
          </a:prstGeom>
          <a:solidFill>
            <a:srgbClr val="0E7490"/>
          </a:solidFill>
          <a:ln/>
        </p:spPr>
        <p:txBody>
          <a:bodyPr/>
          <a:p>
            <a:pPr/>
            <a:endParaRPr/>
          </a:p>
        </p:txBody>
      </p:sp>
      <p:sp>
        <p:nvSpPr>
          <p:cNvPr id="282" name=""/>
          <p:cNvSpPr/>
          <p:nvPr/>
        </p:nvSpPr>
        <p:spPr>
          <a:xfrm rot="0" flipH="0" flipV="0">
            <a:off x="5638800" y="4238625"/>
            <a:ext cx="2914650" cy="2105025"/>
          </a:xfrm>
          <a:prstGeom prst="roundRect">
            <a:avLst>
              <a:gd name="adj" fmla="val 5430"/>
            </a:avLst>
          </a:prstGeom>
          <a:solidFill>
            <a:srgbClr val="FFFFFF"/>
          </a:solidFill>
          <a:ln w="12700">
            <a:solidFill>
              <a:srgbClr val="D6E0EC"/>
            </a:solidFill>
            <a:prstDash val="solid"/>
          </a:ln>
          <a:effectLst>
            <a:outerShdw blurRad="101600" dist="38100" dir="5400000" sx="100000" sy="100000" kx="0" ky="0" algn="b" rotWithShape="0">
              <a:srgbClr val="0B2545">
                <a:alpha val="14000"/>
              </a:srgbClr>
            </a:outerShdw>
          </a:effectLst>
        </p:spPr>
        <p:txBody>
          <a:bodyPr/>
          <a:p>
            <a:pPr/>
            <a:endParaRPr/>
          </a:p>
        </p:txBody>
      </p:sp>
      <p:sp>
        <p:nvSpPr>
          <p:cNvPr id="283" name=""/>
          <p:cNvSpPr/>
          <p:nvPr/>
        </p:nvSpPr>
        <p:spPr>
          <a:xfrm rot="0" flipH="0" flipV="0">
            <a:off x="5848350" y="4429125"/>
            <a:ext cx="419100" cy="419100"/>
          </a:xfrm>
          <a:prstGeom prst="roundRect">
            <a:avLst>
              <a:gd name="adj" fmla="val 50000"/>
            </a:avLst>
          </a:prstGeom>
          <a:solidFill>
            <a:srgbClr val="E8F1FA"/>
          </a:solidFill>
          <a:ln/>
        </p:spPr>
        <p:txBody>
          <a:bodyPr/>
          <a:p>
            <a:pPr/>
            <a:endParaRPr/>
          </a:p>
        </p:txBody>
      </p:sp>
      <p:sp>
        <p:nvSpPr>
          <p:cNvPr id="284" name="" descr="{&quot;isTemplate&quot;:true,&quot;type&quot;:&quot;text&quot;}"/>
          <p:cNvSpPr txBox="1"/>
          <p:nvPr/>
        </p:nvSpPr>
        <p:spPr>
          <a:xfrm rot="0" flipH="0" flipV="0">
            <a:off x="5953125" y="4533900"/>
            <a:ext cx="2190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0E7490"/>
                </a:solidFill>
                <a:latin typeface="Microsoft YaHei"/>
                <a:ea typeface="Microsoft YaHei"/>
              </a:rPr>
              <a:t>02</a:t>
            </a:r>
            <a:endParaRPr/>
          </a:p>
        </p:txBody>
      </p:sp>
      <p:sp>
        <p:nvSpPr>
          <p:cNvPr id="285" name="" descr="{&quot;isTemplate&quot;:true,&quot;type&quot;:&quot;text&quot;}"/>
          <p:cNvSpPr txBox="1"/>
          <p:nvPr/>
        </p:nvSpPr>
        <p:spPr>
          <a:xfrm rot="0" flipH="0" flipV="0">
            <a:off x="5848350" y="5019675"/>
            <a:ext cx="249555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0B2545"/>
                </a:solidFill>
                <a:latin typeface="Microsoft YaHei"/>
                <a:ea typeface="Microsoft YaHei"/>
              </a:rPr>
              <a:t>行为模式</a:t>
            </a:r>
            <a:endParaRPr/>
          </a:p>
        </p:txBody>
      </p:sp>
      <p:sp>
        <p:nvSpPr>
          <p:cNvPr id="286" name="" descr="{&quot;isTemplate&quot;:true,&quot;type&quot;:&quot;text&quot;}"/>
          <p:cNvSpPr txBox="1"/>
          <p:nvPr/>
        </p:nvSpPr>
        <p:spPr>
          <a:xfrm rot="0" flipH="0" flipV="0">
            <a:off x="5848350" y="5372100"/>
            <a:ext cx="24955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5B6B7F"/>
                </a:solidFill>
                <a:latin typeface="Microsoft YaHei"/>
                <a:ea typeface="Microsoft YaHei"/>
              </a:rPr>
              <a:t>学习行为</a:t>
            </a:r>
            <a:endParaRPr/>
          </a:p>
        </p:txBody>
      </p:sp>
      <p:sp>
        <p:nvSpPr>
          <p:cNvPr id="287" name=""/>
          <p:cNvSpPr/>
          <p:nvPr/>
        </p:nvSpPr>
        <p:spPr>
          <a:xfrm rot="0" flipH="0" flipV="0">
            <a:off x="5848350" y="6115050"/>
            <a:ext cx="381000" cy="38100"/>
          </a:xfrm>
          <a:prstGeom prst="roundRect">
            <a:avLst>
              <a:gd name="adj" fmla="val 50000"/>
            </a:avLst>
          </a:prstGeom>
          <a:solidFill>
            <a:srgbClr val="0E7490"/>
          </a:solidFill>
          <a:ln/>
        </p:spPr>
        <p:txBody>
          <a:bodyPr/>
          <a:p>
            <a:pPr/>
            <a:endParaRPr/>
          </a:p>
        </p:txBody>
      </p:sp>
      <p:sp>
        <p:nvSpPr>
          <p:cNvPr id="288" name=""/>
          <p:cNvSpPr/>
          <p:nvPr/>
        </p:nvSpPr>
        <p:spPr>
          <a:xfrm rot="0" flipH="0" flipV="0">
            <a:off x="8705850" y="1981200"/>
            <a:ext cx="2914650" cy="2105025"/>
          </a:xfrm>
          <a:prstGeom prst="roundRect">
            <a:avLst>
              <a:gd name="adj" fmla="val 5430"/>
            </a:avLst>
          </a:prstGeom>
          <a:solidFill>
            <a:srgbClr val="FFFFFF"/>
          </a:solidFill>
          <a:ln w="12700">
            <a:solidFill>
              <a:srgbClr val="D6E0EC"/>
            </a:solidFill>
            <a:prstDash val="solid"/>
          </a:ln>
          <a:effectLst>
            <a:outerShdw blurRad="101600" dist="38100" dir="5400000" sx="100000" sy="100000" kx="0" ky="0" algn="b" rotWithShape="0">
              <a:srgbClr val="0B2545">
                <a:alpha val="14000"/>
              </a:srgbClr>
            </a:outerShdw>
          </a:effectLst>
        </p:spPr>
        <p:txBody>
          <a:bodyPr/>
          <a:p>
            <a:pPr/>
            <a:endParaRPr/>
          </a:p>
        </p:txBody>
      </p:sp>
      <p:sp>
        <p:nvSpPr>
          <p:cNvPr id="289" name=""/>
          <p:cNvSpPr/>
          <p:nvPr/>
        </p:nvSpPr>
        <p:spPr>
          <a:xfrm rot="0" flipH="0" flipV="0">
            <a:off x="8915400" y="2171700"/>
            <a:ext cx="419100" cy="419100"/>
          </a:xfrm>
          <a:prstGeom prst="roundRect">
            <a:avLst>
              <a:gd name="adj" fmla="val 50000"/>
            </a:avLst>
          </a:prstGeom>
          <a:solidFill>
            <a:srgbClr val="E8F1FA"/>
          </a:solidFill>
          <a:ln/>
        </p:spPr>
        <p:txBody>
          <a:bodyPr/>
          <a:p>
            <a:pPr/>
            <a:endParaRPr/>
          </a:p>
        </p:txBody>
      </p:sp>
      <p:sp>
        <p:nvSpPr>
          <p:cNvPr id="290" name="" descr="{&quot;isTemplate&quot;:true,&quot;type&quot;:&quot;text&quot;}"/>
          <p:cNvSpPr txBox="1"/>
          <p:nvPr/>
        </p:nvSpPr>
        <p:spPr>
          <a:xfrm rot="0" flipH="0" flipV="0">
            <a:off x="9020175" y="2276475"/>
            <a:ext cx="2190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0E7490"/>
                </a:solidFill>
                <a:latin typeface="Microsoft YaHei"/>
                <a:ea typeface="Microsoft YaHei"/>
              </a:rPr>
              <a:t>03</a:t>
            </a:r>
            <a:endParaRPr/>
          </a:p>
        </p:txBody>
      </p:sp>
      <p:sp>
        <p:nvSpPr>
          <p:cNvPr id="291" name="" descr="{&quot;isTemplate&quot;:true,&quot;type&quot;:&quot;text&quot;}"/>
          <p:cNvSpPr txBox="1"/>
          <p:nvPr/>
        </p:nvSpPr>
        <p:spPr>
          <a:xfrm rot="0" flipH="0" flipV="0">
            <a:off x="8915400" y="2762250"/>
            <a:ext cx="249555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0B2545"/>
                </a:solidFill>
                <a:latin typeface="Microsoft YaHei"/>
                <a:ea typeface="Microsoft YaHei"/>
              </a:rPr>
              <a:t>任务状态</a:t>
            </a:r>
            <a:endParaRPr/>
          </a:p>
        </p:txBody>
      </p:sp>
      <p:sp>
        <p:nvSpPr>
          <p:cNvPr id="292" name="" descr="{&quot;isTemplate&quot;:true,&quot;type&quot;:&quot;text&quot;}"/>
          <p:cNvSpPr txBox="1"/>
          <p:nvPr/>
        </p:nvSpPr>
        <p:spPr>
          <a:xfrm rot="0" flipH="0" flipV="0">
            <a:off x="8915400" y="3114675"/>
            <a:ext cx="24955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5B6B7F"/>
                </a:solidFill>
                <a:latin typeface="Microsoft YaHei"/>
                <a:ea typeface="Microsoft YaHei"/>
              </a:rPr>
              <a:t>完成情况</a:t>
            </a:r>
            <a:endParaRPr/>
          </a:p>
        </p:txBody>
      </p:sp>
      <p:sp>
        <p:nvSpPr>
          <p:cNvPr id="293" name=""/>
          <p:cNvSpPr/>
          <p:nvPr/>
        </p:nvSpPr>
        <p:spPr>
          <a:xfrm rot="0" flipH="0" flipV="0">
            <a:off x="8915400" y="3857625"/>
            <a:ext cx="381000" cy="38100"/>
          </a:xfrm>
          <a:prstGeom prst="roundRect">
            <a:avLst>
              <a:gd name="adj" fmla="val 50000"/>
            </a:avLst>
          </a:prstGeom>
          <a:solidFill>
            <a:srgbClr val="0E7490"/>
          </a:solidFill>
          <a:ln/>
        </p:spPr>
        <p:txBody>
          <a:bodyPr/>
          <a:p>
            <a:pPr/>
            <a:endParaRPr/>
          </a:p>
        </p:txBody>
      </p:sp>
      <p:sp>
        <p:nvSpPr>
          <p:cNvPr id="294" name=""/>
          <p:cNvSpPr/>
          <p:nvPr/>
        </p:nvSpPr>
        <p:spPr>
          <a:xfrm rot="0" flipH="0" flipV="0">
            <a:off x="8705850" y="4238625"/>
            <a:ext cx="2914650" cy="2105025"/>
          </a:xfrm>
          <a:prstGeom prst="roundRect">
            <a:avLst>
              <a:gd name="adj" fmla="val 5430"/>
            </a:avLst>
          </a:prstGeom>
          <a:solidFill>
            <a:srgbClr val="E8F1FA"/>
          </a:solidFill>
          <a:ln w="12700">
            <a:solidFill>
              <a:srgbClr val="0E7490"/>
            </a:solidFill>
            <a:prstDash val="solid"/>
          </a:ln>
          <a:effectLst>
            <a:outerShdw blurRad="101600" dist="38100" dir="5400000" sx="100000" sy="100000" kx="0" ky="0" algn="b" rotWithShape="0">
              <a:srgbClr val="0B2545">
                <a:alpha val="14000"/>
              </a:srgbClr>
            </a:outerShdw>
          </a:effectLst>
        </p:spPr>
        <p:txBody>
          <a:bodyPr/>
          <a:p>
            <a:pPr/>
            <a:endParaRPr/>
          </a:p>
        </p:txBody>
      </p:sp>
      <p:sp>
        <p:nvSpPr>
          <p:cNvPr id="295" name=""/>
          <p:cNvSpPr/>
          <p:nvPr/>
        </p:nvSpPr>
        <p:spPr>
          <a:xfrm rot="0" flipH="0" flipV="0">
            <a:off x="8915400" y="4429125"/>
            <a:ext cx="419100" cy="419100"/>
          </a:xfrm>
          <a:prstGeom prst="roundRect">
            <a:avLst>
              <a:gd name="adj" fmla="val 50000"/>
            </a:avLst>
          </a:prstGeom>
          <a:solidFill>
            <a:srgbClr val="0E7490"/>
          </a:solidFill>
          <a:ln/>
        </p:spPr>
        <p:txBody>
          <a:bodyPr/>
          <a:p>
            <a:pPr/>
            <a:endParaRPr/>
          </a:p>
        </p:txBody>
      </p:sp>
      <p:sp>
        <p:nvSpPr>
          <p:cNvPr id="296" name="" descr="{&quot;isTemplate&quot;:true,&quot;type&quot;:&quot;text&quot;}"/>
          <p:cNvSpPr txBox="1"/>
          <p:nvPr/>
        </p:nvSpPr>
        <p:spPr>
          <a:xfrm rot="0" flipH="0" flipV="0">
            <a:off x="9020175" y="4533900"/>
            <a:ext cx="2190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FFFFFF"/>
                </a:solidFill>
                <a:latin typeface="Microsoft YaHei"/>
                <a:ea typeface="Microsoft YaHei"/>
              </a:rPr>
              <a:t>04</a:t>
            </a:r>
            <a:endParaRPr/>
          </a:p>
        </p:txBody>
      </p:sp>
      <p:sp>
        <p:nvSpPr>
          <p:cNvPr id="297" name="" descr="{&quot;isTemplate&quot;:true,&quot;type&quot;:&quot;text&quot;}"/>
          <p:cNvSpPr txBox="1"/>
          <p:nvPr/>
        </p:nvSpPr>
        <p:spPr>
          <a:xfrm rot="0" flipH="0" flipV="0">
            <a:off x="8915400" y="5019675"/>
            <a:ext cx="249555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0B2545"/>
                </a:solidFill>
                <a:latin typeface="Microsoft YaHei"/>
                <a:ea typeface="Microsoft YaHei"/>
              </a:rPr>
              <a:t>困难假设</a:t>
            </a:r>
            <a:endParaRPr/>
          </a:p>
        </p:txBody>
      </p:sp>
      <p:sp>
        <p:nvSpPr>
          <p:cNvPr id="298" name="" descr="{&quot;isTemplate&quot;:true,&quot;type&quot;:&quot;text&quot;}"/>
          <p:cNvSpPr txBox="1"/>
          <p:nvPr/>
        </p:nvSpPr>
        <p:spPr>
          <a:xfrm rot="0" flipH="0" flipV="0">
            <a:off x="8915400" y="5372100"/>
            <a:ext cx="24955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0E7490"/>
                </a:solidFill>
                <a:latin typeface="Microsoft YaHei"/>
                <a:ea typeface="Microsoft YaHei"/>
              </a:rPr>
              <a:t>认知困难</a:t>
            </a:r>
            <a:endParaRPr/>
          </a:p>
        </p:txBody>
      </p:sp>
      <p:sp>
        <p:nvSpPr>
          <p:cNvPr id="299" name=""/>
          <p:cNvSpPr/>
          <p:nvPr/>
        </p:nvSpPr>
        <p:spPr>
          <a:xfrm rot="0" flipH="0" flipV="0">
            <a:off x="8915400" y="6115050"/>
            <a:ext cx="381000" cy="38100"/>
          </a:xfrm>
          <a:prstGeom prst="roundRect">
            <a:avLst>
              <a:gd name="adj" fmla="val 50000"/>
            </a:avLst>
          </a:prstGeom>
          <a:solidFill>
            <a:srgbClr val="0E7490"/>
          </a:solidFill>
          <a:ln/>
        </p:spPr>
        <p:txBody>
          <a:bodyPr/>
          <a:p>
            <a:pPr/>
            <a:endParaRPr/>
          </a:p>
        </p:txBody>
      </p:sp>
      <p:sp>
        <p:nvSpPr>
          <p:cNvPr id="300" name=""/>
          <p:cNvSpPr/>
          <p:nvPr/>
        </p:nvSpPr>
        <p:spPr>
          <a:xfrm rot="0" flipH="0" flipV="0">
            <a:off x="571500" y="6343650"/>
            <a:ext cx="11049000" cy="342900"/>
          </a:xfrm>
          <a:custGeom>
            <a:pathLst>
              <a:path w="1160" h="36">
                <a:moveTo>
                  <a:pt x="0" y="0"/>
                </a:moveTo>
                <a:lnTo>
                  <a:pt x="1160" y="0"/>
                </a:lnTo>
                <a:lnTo>
                  <a:pt x="1160" y="1"/>
                </a:lnTo>
                <a:lnTo>
                  <a:pt x="0" y="1"/>
                </a:lnTo>
                <a:close/>
              </a:path>
            </a:pathLst>
          </a:custGeom>
          <a:solidFill>
            <a:srgbClr val="E5EBF2"/>
          </a:solidFill>
          <a:ln/>
        </p:spPr>
        <p:txBody>
          <a:bodyPr/>
          <a:p>
            <a:pPr/>
            <a:endParaRPr/>
          </a:p>
        </p:txBody>
      </p:sp>
      <p:sp>
        <p:nvSpPr>
          <p:cNvPr id="301" name="" descr="{&quot;isTemplate&quot;:true,&quot;type&quot;:&quot;text&quot;}"/>
          <p:cNvSpPr txBox="1"/>
          <p:nvPr/>
        </p:nvSpPr>
        <p:spPr>
          <a:xfrm rot="0" flipH="0" flipV="0">
            <a:off x="571500" y="6467475"/>
            <a:ext cx="16002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spc="38">
                <a:solidFill>
                  <a:srgbClr val="8B97A8"/>
                </a:solidFill>
                <a:latin typeface="Microsoft YaHei"/>
                <a:ea typeface="Microsoft YaHei"/>
              </a:rPr>
              <a:t>CampusMateAI · </a:t>
            </a:r>
            <a:r>
              <a:rPr lang="zh-CN" sz="975" spc="38">
                <a:solidFill>
                  <a:srgbClr val="8B97A8"/>
                </a:solidFill>
                <a:latin typeface="Microsoft YaHei"/>
                <a:ea typeface="Microsoft YaHei"/>
              </a:rPr>
              <a:t>技术汇报</a:t>
            </a:r>
            <a:endParaRPr/>
          </a:p>
        </p:txBody>
      </p:sp>
      <p:sp>
        <p:nvSpPr>
          <p:cNvPr id="302" name="" descr="{&quot;isTemplate&quot;:true,&quot;type&quot;:&quot;text&quot;}"/>
          <p:cNvSpPr txBox="1"/>
          <p:nvPr/>
        </p:nvSpPr>
        <p:spPr>
          <a:xfrm rot="0" flipH="0" flipV="0">
            <a:off x="11115675" y="6457950"/>
            <a:ext cx="5048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 spc="38">
                <a:solidFill>
                  <a:srgbClr val="0B2545"/>
                </a:solidFill>
                <a:latin typeface="Microsoft YaHei"/>
                <a:ea typeface="Microsoft YaHei"/>
              </a:rPr>
              <a:t>06 / 09</a:t>
            </a:r>
            <a:endParaRPr/>
          </a:p>
        </p:txBody>
      </p:sp>
      <p:sp>
        <p:nvSpPr>
          <p:cNvPr id="303" name=""/>
          <p:cNvSpPr/>
          <p:nvPr/>
        </p:nvSpPr>
        <p:spPr>
          <a:xfrm rot="0" flipH="0" flipV="0">
            <a:off x="0" y="0"/>
            <a:ext cx="12192000" cy="57150"/>
          </a:xfrm>
          <a:prstGeom prst="rect">
            <a:avLst/>
          </a:prstGeom>
          <a:gradFill>
            <a:gsLst>
              <a:gs pos="0">
                <a:srgbClr val="0B2545"/>
              </a:gs>
              <a:gs pos="100000">
                <a:srgbClr val="0E7490"/>
              </a:gs>
            </a:gsLst>
            <a:lin ang="0" scaled="1"/>
          </a:gradFill>
          <a:ln/>
        </p:spPr>
        <p:txBody>
          <a:bodyPr/>
          <a:p>
            <a:pPr/>
            <a:endParaRPr/>
          </a:p>
        </p:txBody>
      </p:sp>
      <p:sp>
        <p:nvSpPr>
          <p:cNvPr id="304" name=""/>
          <p:cNvSpPr/>
          <p:nvPr/>
        </p:nvSpPr>
        <p:spPr>
          <a:xfrm rot="0" flipH="0" flipV="0">
            <a:off x="571500" y="1409700"/>
            <a:ext cx="4838700" cy="4933950"/>
          </a:xfrm>
          <a:prstGeom prst="roundRect">
            <a:avLst>
              <a:gd name="adj" fmla="val 3150"/>
            </a:avLst>
          </a:prstGeom>
          <a:solidFill>
            <a:srgbClr val="0B2545"/>
          </a:solidFill>
          <a:ln/>
          <a:effectLst>
            <a:outerShdw blurRad="101600" dist="38100" dir="5400000" sx="100000" sy="100000" kx="0" ky="0" algn="b" rotWithShape="0">
              <a:srgbClr val="0B2545">
                <a:alpha val="14000"/>
              </a:srgbClr>
            </a:outerShdw>
          </a:effectLst>
        </p:spPr>
        <p:txBody>
          <a:bodyPr/>
          <a:p>
            <a:pPr/>
            <a:endParaRPr/>
          </a:p>
        </p:txBody>
      </p:sp>
      <p:sp>
        <p:nvSpPr>
          <p:cNvPr id="305" name="" descr="{&quot;isTemplate&quot;:true,&quot;type&quot;:&quot;text&quot;}"/>
          <p:cNvSpPr txBox="1"/>
          <p:nvPr/>
        </p:nvSpPr>
        <p:spPr>
          <a:xfrm rot="0" flipH="0" flipV="0">
            <a:off x="838200" y="1695450"/>
            <a:ext cx="43053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 spc="150">
                <a:solidFill>
                  <a:srgbClr val="5FD3E8"/>
                </a:solidFill>
                <a:latin typeface="Microsoft YaHei"/>
                <a:ea typeface="Microsoft YaHei"/>
              </a:rPr>
              <a:t>STATE REPRESENTATION</a:t>
            </a:r>
            <a:endParaRPr/>
          </a:p>
        </p:txBody>
      </p:sp>
      <p:sp>
        <p:nvSpPr>
          <p:cNvPr id="306" name="" descr="{&quot;isTemplate&quot;:true,&quot;type&quot;:&quot;text&quot;}"/>
          <p:cNvSpPr txBox="1"/>
          <p:nvPr/>
        </p:nvSpPr>
        <p:spPr>
          <a:xfrm rot="0" flipH="0" flipV="0">
            <a:off x="838200" y="1990725"/>
            <a:ext cx="4305300" cy="390525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en-US" sz="2025" b="1">
                <a:solidFill>
                  <a:srgbClr val="FFFFFF"/>
                </a:solidFill>
                <a:latin typeface="Microsoft YaHei"/>
                <a:ea typeface="Microsoft YaHei"/>
              </a:rPr>
              <a:t>Student World Model</a:t>
            </a:r>
            <a:endParaRPr/>
          </a:p>
        </p:txBody>
      </p:sp>
      <p:sp>
        <p:nvSpPr>
          <p:cNvPr id="307" name="" descr="{&quot;isTemplate&quot;:true,&quot;type&quot;:&quot;text&quot;}"/>
          <p:cNvSpPr txBox="1"/>
          <p:nvPr/>
        </p:nvSpPr>
        <p:spPr>
          <a:xfrm rot="0" flipH="0" flipV="0">
            <a:off x="838200" y="2476500"/>
            <a:ext cx="43053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FFFFFF">
                    <a:alpha val="72000"/>
                  </a:srgbClr>
                </a:solidFill>
                <a:latin typeface="Microsoft YaHei"/>
                <a:ea typeface="Microsoft YaHei"/>
              </a:rPr>
              <a:t>可解释的学生状态建模</a:t>
            </a:r>
            <a:endParaRPr/>
          </a:p>
        </p:txBody>
      </p:sp>
      <p:sp>
        <p:nvSpPr>
          <p:cNvPr id="308" name=""/>
          <p:cNvSpPr/>
          <p:nvPr/>
        </p:nvSpPr>
        <p:spPr>
          <a:xfrm rot="0" flipH="0" flipV="0">
            <a:off x="838200" y="2914650"/>
            <a:ext cx="4305300" cy="9525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309" name="" descr="{&quot;isTemplate&quot;:true,&quot;type&quot;:&quot;text&quot;}"/>
          <p:cNvSpPr txBox="1"/>
          <p:nvPr/>
        </p:nvSpPr>
        <p:spPr>
          <a:xfrm rot="0" flipH="0" flipV="0">
            <a:off x="838200" y="3152775"/>
            <a:ext cx="43053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FFFFFF">
                    <a:alpha val="62000"/>
                  </a:srgbClr>
                </a:solidFill>
                <a:latin typeface="Microsoft YaHei"/>
                <a:ea typeface="Microsoft YaHei"/>
              </a:rPr>
              <a:t>每个状态包含</a:t>
            </a:r>
            <a:endParaRPr/>
          </a:p>
        </p:txBody>
      </p:sp>
      <p:sp>
        <p:nvSpPr>
          <p:cNvPr id="310" name=""/>
          <p:cNvSpPr/>
          <p:nvPr/>
        </p:nvSpPr>
        <p:spPr>
          <a:xfrm rot="0" flipH="0" flipV="0">
            <a:off x="838200" y="3476625"/>
            <a:ext cx="1028700" cy="371475"/>
          </a:xfrm>
          <a:prstGeom prst="roundRect">
            <a:avLst>
              <a:gd name="adj" fmla="val 20513"/>
            </a:avLst>
          </a:prstGeom>
          <a:solidFill>
            <a:srgbClr val="5FD3E8">
              <a:alpha val="10000"/>
            </a:srgbClr>
          </a:solidFill>
          <a:ln w="12700">
            <a:solidFill>
              <a:srgbClr val="5FD3E8">
                <a:alpha val="45000"/>
              </a:srgbClr>
            </a:solidFill>
            <a:prstDash val="solid"/>
          </a:ln>
          <a:effectLst>
            <a:outerShdw blurRad="101600" dist="38100" dir="5400000" sx="100000" sy="100000" kx="0" ky="0" algn="b" rotWithShape="0">
              <a:srgbClr val="0B2545">
                <a:alpha val="14000"/>
              </a:srgbClr>
            </a:outerShdw>
          </a:effectLst>
        </p:spPr>
        <p:txBody>
          <a:bodyPr/>
          <a:p>
            <a:pPr/>
            <a:endParaRPr/>
          </a:p>
        </p:txBody>
      </p:sp>
      <p:sp>
        <p:nvSpPr>
          <p:cNvPr id="311" name="" descr="{&quot;isTemplate&quot;:true,&quot;type&quot;:&quot;text&quot;}"/>
          <p:cNvSpPr txBox="1"/>
          <p:nvPr/>
        </p:nvSpPr>
        <p:spPr>
          <a:xfrm rot="0" flipH="0" flipV="0">
            <a:off x="990600" y="3562350"/>
            <a:ext cx="7239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5FD3E8"/>
                </a:solidFill>
                <a:latin typeface="Microsoft YaHei"/>
                <a:ea typeface="Microsoft YaHei"/>
              </a:rPr>
              <a:t>Evidence</a:t>
            </a:r>
            <a:endParaRPr/>
          </a:p>
        </p:txBody>
      </p:sp>
      <p:sp>
        <p:nvSpPr>
          <p:cNvPr id="312" name=""/>
          <p:cNvSpPr/>
          <p:nvPr/>
        </p:nvSpPr>
        <p:spPr>
          <a:xfrm rot="0" flipH="0" flipV="0">
            <a:off x="1962150" y="3476625"/>
            <a:ext cx="1228725" cy="371475"/>
          </a:xfrm>
          <a:prstGeom prst="roundRect">
            <a:avLst>
              <a:gd name="adj" fmla="val 20513"/>
            </a:avLst>
          </a:prstGeom>
          <a:solidFill>
            <a:srgbClr val="5FD3E8">
              <a:alpha val="10000"/>
            </a:srgbClr>
          </a:solidFill>
          <a:ln w="12700">
            <a:solidFill>
              <a:srgbClr val="5FD3E8">
                <a:alpha val="45000"/>
              </a:srgbClr>
            </a:solidFill>
            <a:prstDash val="solid"/>
          </a:ln>
          <a:effectLst>
            <a:outerShdw blurRad="101600" dist="38100" dir="5400000" sx="100000" sy="100000" kx="0" ky="0" algn="b" rotWithShape="0">
              <a:srgbClr val="0B2545">
                <a:alpha val="14000"/>
              </a:srgbClr>
            </a:outerShdw>
          </a:effectLst>
        </p:spPr>
        <p:txBody>
          <a:bodyPr/>
          <a:p>
            <a:pPr/>
            <a:endParaRPr/>
          </a:p>
        </p:txBody>
      </p:sp>
      <p:sp>
        <p:nvSpPr>
          <p:cNvPr id="313" name="" descr="{&quot;isTemplate&quot;:true,&quot;type&quot;:&quot;text&quot;}"/>
          <p:cNvSpPr txBox="1"/>
          <p:nvPr/>
        </p:nvSpPr>
        <p:spPr>
          <a:xfrm rot="0" flipH="0" flipV="0">
            <a:off x="2114550" y="3562350"/>
            <a:ext cx="9239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5FD3E8"/>
                </a:solidFill>
                <a:latin typeface="Microsoft YaHei"/>
                <a:ea typeface="Microsoft YaHei"/>
              </a:rPr>
              <a:t>Confidence</a:t>
            </a:r>
            <a:endParaRPr/>
          </a:p>
        </p:txBody>
      </p:sp>
      <p:sp>
        <p:nvSpPr>
          <p:cNvPr id="314" name=""/>
          <p:cNvSpPr/>
          <p:nvPr/>
        </p:nvSpPr>
        <p:spPr>
          <a:xfrm rot="0" flipH="0" flipV="0">
            <a:off x="3286125" y="3476625"/>
            <a:ext cx="914400" cy="371475"/>
          </a:xfrm>
          <a:prstGeom prst="roundRect">
            <a:avLst>
              <a:gd name="adj" fmla="val 20513"/>
            </a:avLst>
          </a:prstGeom>
          <a:solidFill>
            <a:srgbClr val="5FD3E8">
              <a:alpha val="10000"/>
            </a:srgbClr>
          </a:solidFill>
          <a:ln w="12700">
            <a:solidFill>
              <a:srgbClr val="5FD3E8">
                <a:alpha val="45000"/>
              </a:srgbClr>
            </a:solidFill>
            <a:prstDash val="solid"/>
          </a:ln>
          <a:effectLst>
            <a:outerShdw blurRad="101600" dist="38100" dir="5400000" sx="100000" sy="100000" kx="0" ky="0" algn="b" rotWithShape="0">
              <a:srgbClr val="0B2545">
                <a:alpha val="14000"/>
              </a:srgbClr>
            </a:outerShdw>
          </a:effectLst>
        </p:spPr>
        <p:txBody>
          <a:bodyPr/>
          <a:p>
            <a:pPr/>
            <a:endParaRPr/>
          </a:p>
        </p:txBody>
      </p:sp>
      <p:sp>
        <p:nvSpPr>
          <p:cNvPr id="315" name="" descr="{&quot;isTemplate&quot;:true,&quot;type&quot;:&quot;text&quot;}"/>
          <p:cNvSpPr txBox="1"/>
          <p:nvPr/>
        </p:nvSpPr>
        <p:spPr>
          <a:xfrm rot="0" flipH="0" flipV="0">
            <a:off x="3438525" y="3562350"/>
            <a:ext cx="6096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5FD3E8"/>
                </a:solidFill>
                <a:latin typeface="Microsoft YaHei"/>
                <a:ea typeface="Microsoft YaHei"/>
              </a:rPr>
              <a:t>Validity</a:t>
            </a:r>
            <a:endParaRPr/>
          </a:p>
        </p:txBody>
      </p:sp>
      <p:sp>
        <p:nvSpPr>
          <p:cNvPr id="316" name="" descr="{&quot;isTemplate&quot;:true,&quot;type&quot;:&quot;text&quot;}"/>
          <p:cNvSpPr txBox="1"/>
          <p:nvPr/>
        </p:nvSpPr>
        <p:spPr>
          <a:xfrm rot="0" flipH="0" flipV="0">
            <a:off x="838200" y="4019550"/>
            <a:ext cx="43053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FFFFFF">
                    <a:alpha val="72000"/>
                  </a:srgbClr>
                </a:solidFill>
                <a:latin typeface="Microsoft YaHei"/>
                <a:ea typeface="Microsoft YaHei"/>
              </a:rPr>
              <a:t>支持确认</a:t>
            </a:r>
            <a:r>
              <a:rPr lang="en-US" sz="1350" b="1">
                <a:solidFill>
                  <a:srgbClr val="FFFFFF">
                    <a:alpha val="72000"/>
                  </a:srgbClr>
                </a:solidFill>
                <a:latin typeface="Microsoft YaHei"/>
                <a:ea typeface="Microsoft YaHei"/>
              </a:rPr>
              <a:t> / </a:t>
            </a:r>
            <a:r>
              <a:rPr lang="zh-CN" sz="1350" b="1">
                <a:solidFill>
                  <a:srgbClr val="FFFFFF">
                    <a:alpha val="72000"/>
                  </a:srgbClr>
                </a:solidFill>
                <a:latin typeface="Microsoft YaHei"/>
                <a:ea typeface="Microsoft YaHei"/>
              </a:rPr>
              <a:t>纠正</a:t>
            </a:r>
            <a:r>
              <a:rPr lang="en-US" sz="1350" b="1">
                <a:solidFill>
                  <a:srgbClr val="FFFFFF">
                    <a:alpha val="72000"/>
                  </a:srgbClr>
                </a:solidFill>
                <a:latin typeface="Microsoft YaHei"/>
                <a:ea typeface="Microsoft YaHei"/>
              </a:rPr>
              <a:t> / </a:t>
            </a:r>
            <a:r>
              <a:rPr lang="zh-CN" sz="1350" b="1">
                <a:solidFill>
                  <a:srgbClr val="FFFFFF">
                    <a:alpha val="72000"/>
                  </a:srgbClr>
                </a:solidFill>
                <a:latin typeface="Microsoft YaHei"/>
                <a:ea typeface="Microsoft YaHei"/>
              </a:rPr>
              <a:t>过期</a:t>
            </a:r>
            <a:endParaRPr/>
          </a:p>
        </p:txBody>
      </p:sp>
      <p:sp>
        <p:nvSpPr>
          <p:cNvPr id="317" name=""/>
          <p:cNvSpPr/>
          <p:nvPr/>
        </p:nvSpPr>
        <p:spPr>
          <a:xfrm rot="0" flipH="0" flipV="0">
            <a:off x="838200" y="4905375"/>
            <a:ext cx="4305300" cy="1152525"/>
          </a:xfrm>
          <a:prstGeom prst="roundRect">
            <a:avLst>
              <a:gd name="adj" fmla="val 8264"/>
            </a:avLst>
          </a:prstGeom>
          <a:solidFill>
            <a:srgbClr val="5FD3E8">
              <a:alpha val="12000"/>
            </a:srgbClr>
          </a:solidFill>
          <a:ln w="12700">
            <a:solidFill>
              <a:srgbClr val="5FD3E8">
                <a:alpha val="30000"/>
              </a:srgbClr>
            </a:solidFill>
            <a:prstDash val="solid"/>
          </a:ln>
          <a:effectLst>
            <a:outerShdw blurRad="101600" dist="38100" dir="5400000" sx="100000" sy="100000" kx="0" ky="0" algn="b" rotWithShape="0">
              <a:srgbClr val="0B2545">
                <a:alpha val="14000"/>
              </a:srgbClr>
            </a:outerShdw>
          </a:effectLst>
        </p:spPr>
        <p:txBody>
          <a:bodyPr/>
          <a:p>
            <a:pPr/>
            <a:endParaRPr/>
          </a:p>
        </p:txBody>
      </p:sp>
      <p:sp>
        <p:nvSpPr>
          <p:cNvPr id="318" name="" descr="{&quot;isTemplate&quot;:true,&quot;type&quot;:&quot;text&quot;}"/>
          <p:cNvSpPr txBox="1"/>
          <p:nvPr/>
        </p:nvSpPr>
        <p:spPr>
          <a:xfrm rot="0" flipH="0" flipV="0">
            <a:off x="1047750" y="5095875"/>
            <a:ext cx="3886200" cy="7715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575" b="1">
                <a:solidFill>
                  <a:srgbClr val="FFFFFF"/>
                </a:solidFill>
                <a:latin typeface="Microsoft YaHei"/>
                <a:ea typeface="Microsoft YaHei"/>
              </a:rPr>
              <a:t>不说</a:t>
            </a:r>
            <a:r>
              <a:rPr lang="en-US" sz="1575" b="1">
                <a:solidFill>
                  <a:srgbClr val="FFFFFF"/>
                </a:solidFill>
                <a:latin typeface="Microsoft YaHei"/>
                <a:ea typeface="Microsoft YaHei"/>
              </a:rPr>
              <a:t>"</a:t>
            </a:r>
            <a:r>
              <a:rPr lang="zh-CN" sz="1575" b="1">
                <a:solidFill>
                  <a:srgbClr val="FFFFFF"/>
                </a:solidFill>
                <a:latin typeface="Microsoft YaHei"/>
                <a:ea typeface="Microsoft YaHei"/>
              </a:rPr>
              <a:t>学生不会</a:t>
            </a:r>
            <a:r>
              <a:rPr lang="en-US" sz="1575" b="1">
                <a:solidFill>
                  <a:srgbClr val="FFFFFF"/>
                </a:solidFill>
                <a:latin typeface="Microsoft YaHei"/>
                <a:ea typeface="Microsoft YaHei"/>
              </a:rPr>
              <a:t>"</a:t>
            </a:r>
            <a:r>
              <a:rPr lang="zh-CN" sz="1575" b="1">
                <a:solidFill>
                  <a:srgbClr val="FFFFFF"/>
                </a:solidFill>
                <a:latin typeface="Microsoft YaHei"/>
                <a:ea typeface="Microsoft YaHei"/>
              </a:rPr>
              <a:t>，说</a:t>
            </a:r>
            <a:r>
              <a:rPr lang="en-US" sz="1575" b="1">
                <a:solidFill>
                  <a:srgbClr val="FFFFFF"/>
                </a:solidFill>
                <a:latin typeface="Microsoft YaHei"/>
                <a:ea typeface="Microsoft YaHei"/>
              </a:rPr>
              <a:t>"</a:t>
            </a:r>
            <a:r>
              <a:rPr lang="zh-CN" sz="1575" b="1">
                <a:solidFill>
                  <a:srgbClr val="FFFFFF"/>
                </a:solidFill>
                <a:latin typeface="Microsoft YaHei"/>
                <a:ea typeface="Microsoft YaHei"/>
              </a:rPr>
              <a:t>基于哪些证据，存在什么困难假设</a:t>
            </a:r>
            <a:r>
              <a:rPr lang="en-US" sz="1575" b="1">
                <a:solidFill>
                  <a:srgbClr val="FFFFFF"/>
                </a:solidFill>
                <a:latin typeface="Microsoft YaHei"/>
                <a:ea typeface="Microsoft YaHei"/>
              </a:rPr>
              <a:t>"</a:t>
            </a:r>
            <a:r>
              <a:rPr lang="zh-CN" sz="1575" b="1">
                <a:solidFill>
                  <a:srgbClr val="FFFFFF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319" name=""/>
          <p:cNvSpPr/>
          <p:nvPr/>
        </p:nvSpPr>
        <p:spPr>
          <a:xfrm rot="0" flipH="0" flipV="0">
            <a:off x="4819650" y="1619250"/>
            <a:ext cx="381000" cy="19050"/>
          </a:xfrm>
          <a:prstGeom prst="rect">
            <a:avLst/>
          </a:prstGeom>
          <a:solidFill>
            <a:srgbClr val="5FD3E8">
              <a:alpha val="45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320" name=""/>
          <p:cNvSpPr/>
          <p:nvPr/>
        </p:nvSpPr>
        <p:spPr>
          <a:xfrm rot="0" flipH="0" flipV="0">
            <a:off x="5181600" y="1619250"/>
            <a:ext cx="19050" cy="381000"/>
          </a:xfrm>
          <a:prstGeom prst="rect">
            <a:avLst/>
          </a:prstGeom>
          <a:solidFill>
            <a:srgbClr val="5FD3E8">
              <a:alpha val="45000"/>
            </a:srgbClr>
          </a:solidFill>
          <a:ln/>
        </p:spPr>
        <p:txBody>
          <a:bodyPr/>
          <a:p>
            <a:pPr/>
            <a:endParaRPr/>
          </a:p>
        </p:txBody>
      </p:sp>
    </p:spTree>
  </p:cSld>
</p:sld>
</file>

<file path=ppt/slides/slide7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32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323" name=""/>
          <p:cNvSpPr/>
          <p:nvPr/>
        </p:nvSpPr>
        <p:spPr>
          <a:xfrm rot="0" flipH="0" flipV="0">
            <a:off x="571500" y="266700"/>
            <a:ext cx="28575" cy="171450"/>
          </a:xfrm>
          <a:prstGeom prst="roundRect">
            <a:avLst>
              <a:gd name="adj" fmla="val 66667"/>
            </a:avLst>
          </a:prstGeom>
          <a:solidFill>
            <a:srgbClr val="0E7490"/>
          </a:solidFill>
          <a:ln/>
        </p:spPr>
        <p:txBody>
          <a:bodyPr/>
          <a:p>
            <a:pPr/>
            <a:endParaRPr/>
          </a:p>
        </p:txBody>
      </p:sp>
      <p:sp>
        <p:nvSpPr>
          <p:cNvPr id="324" name="" descr="{&quot;isTemplate&quot;:true,&quot;type&quot;:&quot;text&quot;}"/>
          <p:cNvSpPr txBox="1"/>
          <p:nvPr/>
        </p:nvSpPr>
        <p:spPr>
          <a:xfrm rot="0" flipH="0" flipV="0">
            <a:off x="695325" y="276225"/>
            <a:ext cx="30289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 spc="38">
                <a:solidFill>
                  <a:srgbClr val="0E7490"/>
                </a:solidFill>
                <a:latin typeface="Microsoft YaHei"/>
                <a:ea typeface="Microsoft YaHei"/>
              </a:rPr>
              <a:t>06 · </a:t>
            </a:r>
            <a:r>
              <a:rPr lang="zh-CN" sz="1050" b="1" spc="38">
                <a:solidFill>
                  <a:srgbClr val="0E7490"/>
                </a:solidFill>
                <a:latin typeface="Microsoft YaHei"/>
                <a:ea typeface="Microsoft YaHei"/>
              </a:rPr>
              <a:t>从状态到干预</a:t>
            </a:r>
            <a:r>
              <a:rPr lang="en-US" sz="1050" b="1" spc="38">
                <a:solidFill>
                  <a:srgbClr val="0E7490"/>
                </a:solidFill>
                <a:latin typeface="Microsoft YaHei"/>
                <a:ea typeface="Microsoft YaHei"/>
              </a:rPr>
              <a:t>  STATE → INTERVENTION</a:t>
            </a:r>
            <a:endParaRPr/>
          </a:p>
        </p:txBody>
      </p:sp>
      <p:sp>
        <p:nvSpPr>
          <p:cNvPr id="325" name="" descr="{&quot;isTemplate&quot;:true,&quot;type&quot;:&quot;text&quot;}"/>
          <p:cNvSpPr txBox="1"/>
          <p:nvPr/>
        </p:nvSpPr>
        <p:spPr>
          <a:xfrm rot="0" flipH="0" flipV="0">
            <a:off x="10163175" y="266700"/>
            <a:ext cx="14573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38">
                <a:solidFill>
                  <a:srgbClr val="8B97A8"/>
                </a:solidFill>
                <a:latin typeface="Microsoft YaHei"/>
                <a:ea typeface="Microsoft YaHei"/>
              </a:rPr>
              <a:t>5 </a:t>
            </a:r>
            <a:r>
              <a:rPr lang="zh-CN" sz="1125" spc="38">
                <a:solidFill>
                  <a:srgbClr val="8B97A8"/>
                </a:solidFill>
                <a:latin typeface="Microsoft YaHei"/>
                <a:ea typeface="Microsoft YaHei"/>
              </a:rPr>
              <a:t>步链路</a:t>
            </a:r>
            <a:r>
              <a:rPr lang="en-US" sz="1125" spc="38">
                <a:solidFill>
                  <a:srgbClr val="8B97A8"/>
                </a:solidFill>
                <a:latin typeface="Microsoft YaHei"/>
                <a:ea typeface="Microsoft YaHei"/>
              </a:rPr>
              <a:t> · C </a:t>
            </a:r>
            <a:r>
              <a:rPr lang="zh-CN" sz="1125" spc="38">
                <a:solidFill>
                  <a:srgbClr val="8B97A8"/>
                </a:solidFill>
                <a:latin typeface="Microsoft YaHei"/>
                <a:ea typeface="Microsoft YaHei"/>
              </a:rPr>
              <a:t>语言案例</a:t>
            </a:r>
            <a:endParaRPr/>
          </a:p>
        </p:txBody>
      </p:sp>
      <p:sp>
        <p:nvSpPr>
          <p:cNvPr id="326" name="" descr="{&quot;isTemplate&quot;:true,&quot;type&quot;:&quot;text&quot;}"/>
          <p:cNvSpPr txBox="1"/>
          <p:nvPr/>
        </p:nvSpPr>
        <p:spPr>
          <a:xfrm rot="0" flipH="0" flipV="0">
            <a:off x="571500" y="533400"/>
            <a:ext cx="11049000" cy="485775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2550" b="1">
                <a:solidFill>
                  <a:srgbClr val="0B2545"/>
                </a:solidFill>
                <a:latin typeface="Microsoft YaHei"/>
                <a:ea typeface="Microsoft YaHei"/>
              </a:rPr>
              <a:t>不是生成答案，而是生成下一步行动</a:t>
            </a:r>
            <a:endParaRPr/>
          </a:p>
        </p:txBody>
      </p:sp>
      <p:sp>
        <p:nvSpPr>
          <p:cNvPr id="327" name=""/>
          <p:cNvSpPr/>
          <p:nvPr/>
        </p:nvSpPr>
        <p:spPr>
          <a:xfrm rot="0" flipH="0" flipV="0">
            <a:off x="571500" y="1190625"/>
            <a:ext cx="11049000" cy="9525"/>
          </a:xfrm>
          <a:prstGeom prst="rect">
            <a:avLst/>
          </a:prstGeom>
          <a:solidFill>
            <a:srgbClr val="D6E0EC"/>
          </a:solidFill>
          <a:ln/>
        </p:spPr>
        <p:txBody>
          <a:bodyPr/>
          <a:p>
            <a:pPr/>
            <a:endParaRPr/>
          </a:p>
        </p:txBody>
      </p:sp>
      <p:sp>
        <p:nvSpPr>
          <p:cNvPr id="328" name=""/>
          <p:cNvSpPr/>
          <p:nvPr/>
        </p:nvSpPr>
        <p:spPr>
          <a:xfrm rot="0" flipH="0" flipV="0">
            <a:off x="571500" y="1409700"/>
            <a:ext cx="11049000" cy="685800"/>
          </a:xfrm>
          <a:prstGeom prst="roundRect">
            <a:avLst>
              <a:gd name="adj" fmla="val 16667"/>
            </a:avLst>
          </a:prstGeom>
          <a:solidFill>
            <a:srgbClr val="0B2545"/>
          </a:solidFill>
          <a:ln/>
          <a:effectLst>
            <a:outerShdw blurRad="101600" dist="38100" dir="5400000" sx="100000" sy="100000" kx="0" ky="0" algn="b" rotWithShape="0">
              <a:srgbClr val="0B2545">
                <a:alpha val="14000"/>
              </a:srgbClr>
            </a:outerShdw>
          </a:effectLst>
        </p:spPr>
        <p:txBody>
          <a:bodyPr/>
          <a:p>
            <a:pPr/>
            <a:endParaRPr/>
          </a:p>
        </p:txBody>
      </p:sp>
      <p:sp>
        <p:nvSpPr>
          <p:cNvPr id="329" name=""/>
          <p:cNvSpPr/>
          <p:nvPr/>
        </p:nvSpPr>
        <p:spPr>
          <a:xfrm rot="0" flipH="0" flipV="0">
            <a:off x="819150" y="1590675"/>
            <a:ext cx="590550" cy="323850"/>
          </a:xfrm>
          <a:prstGeom prst="roundRect">
            <a:avLst>
              <a:gd name="adj" fmla="val 44118"/>
            </a:avLst>
          </a:prstGeom>
          <a:solidFill>
            <a:srgbClr val="5FD3E8">
              <a:alpha val="16000"/>
            </a:srgbClr>
          </a:solidFill>
          <a:ln w="12700">
            <a:solidFill>
              <a:srgbClr val="5FD3E8">
                <a:alpha val="50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330" name="" descr="{&quot;isTemplate&quot;:true,&quot;type&quot;:&quot;text&quot;}"/>
          <p:cNvSpPr txBox="1"/>
          <p:nvPr/>
        </p:nvSpPr>
        <p:spPr>
          <a:xfrm rot="0" flipH="0" flipV="0">
            <a:off x="962025" y="1657350"/>
            <a:ext cx="3048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5FD3E8"/>
                </a:solidFill>
                <a:latin typeface="Microsoft YaHei"/>
                <a:ea typeface="Microsoft YaHei"/>
              </a:rPr>
              <a:t>案例</a:t>
            </a:r>
            <a:endParaRPr/>
          </a:p>
        </p:txBody>
      </p:sp>
      <p:sp>
        <p:nvSpPr>
          <p:cNvPr id="331" name="" descr="{&quot;isTemplate&quot;:true,&quot;type&quot;:&quot;text&quot;}"/>
          <p:cNvSpPr txBox="1"/>
          <p:nvPr/>
        </p:nvSpPr>
        <p:spPr>
          <a:xfrm rot="0" flipH="0" flipV="0">
            <a:off x="1581150" y="1628775"/>
            <a:ext cx="252412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FFFFFF"/>
                </a:solidFill>
                <a:latin typeface="Microsoft YaHei"/>
                <a:ea typeface="Microsoft YaHei"/>
              </a:rPr>
              <a:t>C </a:t>
            </a:r>
            <a:r>
              <a:rPr lang="zh-CN" sz="1650" b="1">
                <a:solidFill>
                  <a:srgbClr val="FFFFFF"/>
                </a:solidFill>
                <a:latin typeface="Microsoft YaHei"/>
                <a:ea typeface="Microsoft YaHei"/>
              </a:rPr>
              <a:t>语言课程</a:t>
            </a:r>
            <a:r>
              <a:rPr lang="en-US" sz="1650" b="1">
                <a:solidFill>
                  <a:srgbClr val="FFFFFF"/>
                </a:solidFill>
                <a:latin typeface="Microsoft YaHei"/>
                <a:ea typeface="Microsoft YaHei"/>
              </a:rPr>
              <a:t> · </a:t>
            </a:r>
            <a:r>
              <a:rPr lang="zh-CN" sz="1650" b="1">
                <a:solidFill>
                  <a:srgbClr val="FFFFFF"/>
                </a:solidFill>
                <a:latin typeface="Microsoft YaHei"/>
                <a:ea typeface="Microsoft YaHei"/>
              </a:rPr>
              <a:t>连续指针错误</a:t>
            </a:r>
            <a:endParaRPr/>
          </a:p>
        </p:txBody>
      </p:sp>
      <p:sp>
        <p:nvSpPr>
          <p:cNvPr id="332" name=""/>
          <p:cNvSpPr/>
          <p:nvPr/>
        </p:nvSpPr>
        <p:spPr>
          <a:xfrm rot="0" flipH="0" flipV="0">
            <a:off x="4276725" y="1752600"/>
            <a:ext cx="3514725" cy="9525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333" name="" descr="{&quot;isTemplate&quot;:true,&quot;type&quot;:&quot;text&quot;}"/>
          <p:cNvSpPr txBox="1"/>
          <p:nvPr/>
        </p:nvSpPr>
        <p:spPr>
          <a:xfrm rot="0" flipH="0" flipV="0">
            <a:off x="7962900" y="1657350"/>
            <a:ext cx="34099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FFFFFF">
                    <a:alpha val="60000"/>
                  </a:srgbClr>
                </a:solidFill>
                <a:latin typeface="Microsoft YaHei"/>
                <a:ea typeface="Microsoft YaHei"/>
              </a:rPr>
              <a:t>一个案例走完事件</a:t>
            </a:r>
            <a:r>
              <a:rPr lang="en-US" sz="1200">
                <a:solidFill>
                  <a:srgbClr val="FFFFFF">
                    <a:alpha val="60000"/>
                  </a:srgbClr>
                </a:solidFill>
                <a:latin typeface="Microsoft YaHei"/>
                <a:ea typeface="Microsoft YaHei"/>
              </a:rPr>
              <a:t> → </a:t>
            </a:r>
            <a:r>
              <a:rPr lang="zh-CN" sz="1200">
                <a:solidFill>
                  <a:srgbClr val="FFFFFF">
                    <a:alpha val="60000"/>
                  </a:srgbClr>
                </a:solidFill>
                <a:latin typeface="Microsoft YaHei"/>
                <a:ea typeface="Microsoft YaHei"/>
              </a:rPr>
              <a:t>假设</a:t>
            </a:r>
            <a:r>
              <a:rPr lang="en-US" sz="1200">
                <a:solidFill>
                  <a:srgbClr val="FFFFFF">
                    <a:alpha val="60000"/>
                  </a:srgbClr>
                </a:solidFill>
                <a:latin typeface="Microsoft YaHei"/>
                <a:ea typeface="Microsoft YaHei"/>
              </a:rPr>
              <a:t> → </a:t>
            </a:r>
            <a:r>
              <a:rPr lang="zh-CN" sz="1200">
                <a:solidFill>
                  <a:srgbClr val="FFFFFF">
                    <a:alpha val="60000"/>
                  </a:srgbClr>
                </a:solidFill>
                <a:latin typeface="Microsoft YaHei"/>
                <a:ea typeface="Microsoft YaHei"/>
              </a:rPr>
              <a:t>干预</a:t>
            </a:r>
            <a:r>
              <a:rPr lang="en-US" sz="1200">
                <a:solidFill>
                  <a:srgbClr val="FFFFFF">
                    <a:alpha val="60000"/>
                  </a:srgbClr>
                </a:solidFill>
                <a:latin typeface="Microsoft YaHei"/>
                <a:ea typeface="Microsoft YaHei"/>
              </a:rPr>
              <a:t> → </a:t>
            </a:r>
            <a:r>
              <a:rPr lang="zh-CN" sz="1200">
                <a:solidFill>
                  <a:srgbClr val="FFFFFF">
                    <a:alpha val="60000"/>
                  </a:srgbClr>
                </a:solidFill>
                <a:latin typeface="Microsoft YaHei"/>
                <a:ea typeface="Microsoft YaHei"/>
              </a:rPr>
              <a:t>反馈</a:t>
            </a:r>
            <a:r>
              <a:rPr lang="en-US" sz="1200">
                <a:solidFill>
                  <a:srgbClr val="FFFFFF">
                    <a:alpha val="60000"/>
                  </a:srgbClr>
                </a:solidFill>
                <a:latin typeface="Microsoft YaHei"/>
                <a:ea typeface="Microsoft YaHei"/>
              </a:rPr>
              <a:t> → </a:t>
            </a:r>
            <a:r>
              <a:rPr lang="zh-CN" sz="1200">
                <a:solidFill>
                  <a:srgbClr val="FFFFFF">
                    <a:alpha val="60000"/>
                  </a:srgbClr>
                </a:solidFill>
                <a:latin typeface="Microsoft YaHei"/>
                <a:ea typeface="Microsoft YaHei"/>
              </a:rPr>
              <a:t>更新</a:t>
            </a:r>
            <a:endParaRPr/>
          </a:p>
        </p:txBody>
      </p:sp>
      <p:sp>
        <p:nvSpPr>
          <p:cNvPr id="334" name=""/>
          <p:cNvSpPr/>
          <p:nvPr/>
        </p:nvSpPr>
        <p:spPr>
          <a:xfrm rot="0" flipH="0" flipV="0">
            <a:off x="571500" y="2266950"/>
            <a:ext cx="1981200" cy="3067050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 w="12700">
            <a:solidFill>
              <a:srgbClr val="D6E0EC"/>
            </a:solidFill>
            <a:prstDash val="solid"/>
          </a:ln>
          <a:effectLst>
            <a:outerShdw blurRad="101600" dist="38100" dir="5400000" sx="100000" sy="100000" kx="0" ky="0" algn="b" rotWithShape="0">
              <a:srgbClr val="0B2545">
                <a:alpha val="14000"/>
              </a:srgbClr>
            </a:outerShdw>
          </a:effectLst>
        </p:spPr>
        <p:txBody>
          <a:bodyPr/>
          <a:p>
            <a:pPr/>
            <a:endParaRPr/>
          </a:p>
        </p:txBody>
      </p:sp>
      <p:sp>
        <p:nvSpPr>
          <p:cNvPr id="335" name=""/>
          <p:cNvSpPr/>
          <p:nvPr/>
        </p:nvSpPr>
        <p:spPr>
          <a:xfrm rot="0" flipH="0" flipV="0">
            <a:off x="723900" y="2476500"/>
            <a:ext cx="438150" cy="438150"/>
          </a:xfrm>
          <a:prstGeom prst="roundRect">
            <a:avLst>
              <a:gd name="adj" fmla="val 50000"/>
            </a:avLst>
          </a:prstGeom>
          <a:solidFill>
            <a:srgbClr val="0E7490"/>
          </a:solidFill>
          <a:ln/>
        </p:spPr>
        <p:txBody>
          <a:bodyPr/>
          <a:p>
            <a:pPr/>
            <a:endParaRPr/>
          </a:p>
        </p:txBody>
      </p:sp>
      <p:sp>
        <p:nvSpPr>
          <p:cNvPr id="336" name="" descr="{&quot;isTemplate&quot;:true,&quot;type&quot;:&quot;text&quot;}"/>
          <p:cNvSpPr txBox="1"/>
          <p:nvPr/>
        </p:nvSpPr>
        <p:spPr>
          <a:xfrm rot="0" flipH="0" flipV="0">
            <a:off x="838200" y="2590800"/>
            <a:ext cx="2190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FFFFFF"/>
                </a:solidFill>
                <a:latin typeface="Microsoft YaHei"/>
                <a:ea typeface="Microsoft YaHei"/>
              </a:rPr>
              <a:t>01</a:t>
            </a:r>
            <a:endParaRPr/>
          </a:p>
        </p:txBody>
      </p:sp>
      <p:sp>
        <p:nvSpPr>
          <p:cNvPr id="337" name="" descr="{&quot;isTemplate&quot;:true,&quot;type&quot;:&quot;text&quot;}"/>
          <p:cNvSpPr txBox="1"/>
          <p:nvPr/>
        </p:nvSpPr>
        <p:spPr>
          <a:xfrm rot="0" flipH="0" flipV="0">
            <a:off x="723900" y="3086100"/>
            <a:ext cx="16764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0B2545"/>
                </a:solidFill>
                <a:latin typeface="Microsoft YaHei"/>
                <a:ea typeface="Microsoft YaHei"/>
              </a:rPr>
              <a:t>学习事件</a:t>
            </a:r>
            <a:endParaRPr/>
          </a:p>
        </p:txBody>
      </p:sp>
      <p:sp>
        <p:nvSpPr>
          <p:cNvPr id="338" name=""/>
          <p:cNvSpPr/>
          <p:nvPr/>
        </p:nvSpPr>
        <p:spPr>
          <a:xfrm rot="0" flipH="0" flipV="0">
            <a:off x="723900" y="3495675"/>
            <a:ext cx="1676400" cy="9525"/>
          </a:xfrm>
          <a:prstGeom prst="rect">
            <a:avLst/>
          </a:prstGeom>
          <a:solidFill>
            <a:srgbClr val="D6E0EC"/>
          </a:solidFill>
          <a:ln/>
        </p:spPr>
        <p:txBody>
          <a:bodyPr/>
          <a:p>
            <a:pPr/>
            <a:endParaRPr/>
          </a:p>
        </p:txBody>
      </p:sp>
      <p:sp>
        <p:nvSpPr>
          <p:cNvPr id="339" name="" descr="{&quot;isTemplate&quot;:true,&quot;type&quot;:&quot;text&quot;}"/>
          <p:cNvSpPr txBox="1"/>
          <p:nvPr/>
        </p:nvSpPr>
        <p:spPr>
          <a:xfrm rot="0" flipH="0" flipV="0">
            <a:off x="723900" y="3933825"/>
            <a:ext cx="1676400" cy="3429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575" b="1">
                <a:solidFill>
                  <a:srgbClr val="12233A"/>
                </a:solidFill>
                <a:latin typeface="Microsoft YaHei"/>
                <a:ea typeface="Microsoft YaHei"/>
              </a:rPr>
              <a:t>连续指针错误</a:t>
            </a:r>
            <a:endParaRPr/>
          </a:p>
        </p:txBody>
      </p:sp>
      <p:sp>
        <p:nvSpPr>
          <p:cNvPr id="340" name="" descr="{&quot;isTemplate&quot;:true,&quot;type&quot;:&quot;text&quot;}"/>
          <p:cNvSpPr txBox="1"/>
          <p:nvPr/>
        </p:nvSpPr>
        <p:spPr>
          <a:xfrm rot="0" flipH="0" flipV="0">
            <a:off x="723900" y="4352925"/>
            <a:ext cx="1676400" cy="30480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350">
                <a:solidFill>
                  <a:srgbClr val="5B6B7F"/>
                </a:solidFill>
                <a:latin typeface="Microsoft YaHei"/>
                <a:ea typeface="Microsoft YaHei"/>
              </a:rPr>
              <a:t>指针访问</a:t>
            </a:r>
            <a:endParaRPr/>
          </a:p>
        </p:txBody>
      </p:sp>
      <p:sp>
        <p:nvSpPr>
          <p:cNvPr id="341" name=""/>
          <p:cNvSpPr/>
          <p:nvPr/>
        </p:nvSpPr>
        <p:spPr>
          <a:xfrm rot="0" flipH="0" flipV="0">
            <a:off x="723900" y="5086350"/>
            <a:ext cx="381000" cy="38100"/>
          </a:xfrm>
          <a:prstGeom prst="roundRect">
            <a:avLst>
              <a:gd name="adj" fmla="val 50000"/>
            </a:avLst>
          </a:prstGeom>
          <a:solidFill>
            <a:srgbClr val="0E7490"/>
          </a:solidFill>
          <a:ln/>
        </p:spPr>
        <p:txBody>
          <a:bodyPr/>
          <a:p>
            <a:pPr/>
            <a:endParaRPr/>
          </a:p>
        </p:txBody>
      </p:sp>
      <p:pic>
        <p:nvPicPr>
          <p:cNvPr id="342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2600325" y="3705225"/>
            <a:ext cx="190500" cy="190500"/>
          </a:xfrm>
          <a:prstGeom prst="rect">
            <a:avLst/>
          </a:prstGeom>
          <a:ln/>
        </p:spPr>
      </p:pic>
      <p:sp>
        <p:nvSpPr>
          <p:cNvPr id="343" name=""/>
          <p:cNvSpPr/>
          <p:nvPr/>
        </p:nvSpPr>
        <p:spPr>
          <a:xfrm rot="0" flipH="0" flipV="0">
            <a:off x="2838450" y="2266950"/>
            <a:ext cx="1981200" cy="3067050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 w="12700">
            <a:solidFill>
              <a:srgbClr val="D6E0EC"/>
            </a:solidFill>
            <a:prstDash val="solid"/>
          </a:ln>
          <a:effectLst>
            <a:outerShdw blurRad="101600" dist="38100" dir="5400000" sx="100000" sy="100000" kx="0" ky="0" algn="b" rotWithShape="0">
              <a:srgbClr val="0B2545">
                <a:alpha val="14000"/>
              </a:srgbClr>
            </a:outerShdw>
          </a:effectLst>
        </p:spPr>
        <p:txBody>
          <a:bodyPr/>
          <a:p>
            <a:pPr/>
            <a:endParaRPr/>
          </a:p>
        </p:txBody>
      </p:sp>
      <p:sp>
        <p:nvSpPr>
          <p:cNvPr id="344" name=""/>
          <p:cNvSpPr/>
          <p:nvPr/>
        </p:nvSpPr>
        <p:spPr>
          <a:xfrm rot="0" flipH="0" flipV="0">
            <a:off x="2990850" y="2476500"/>
            <a:ext cx="438150" cy="438150"/>
          </a:xfrm>
          <a:prstGeom prst="roundRect">
            <a:avLst>
              <a:gd name="adj" fmla="val 50000"/>
            </a:avLst>
          </a:prstGeom>
          <a:solidFill>
            <a:srgbClr val="0E7490"/>
          </a:solidFill>
          <a:ln/>
        </p:spPr>
        <p:txBody>
          <a:bodyPr/>
          <a:p>
            <a:pPr/>
            <a:endParaRPr/>
          </a:p>
        </p:txBody>
      </p:sp>
      <p:sp>
        <p:nvSpPr>
          <p:cNvPr id="345" name="" descr="{&quot;isTemplate&quot;:true,&quot;type&quot;:&quot;text&quot;}"/>
          <p:cNvSpPr txBox="1"/>
          <p:nvPr/>
        </p:nvSpPr>
        <p:spPr>
          <a:xfrm rot="0" flipH="0" flipV="0">
            <a:off x="3105150" y="2590800"/>
            <a:ext cx="2190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FFFFFF"/>
                </a:solidFill>
                <a:latin typeface="Microsoft YaHei"/>
                <a:ea typeface="Microsoft YaHei"/>
              </a:rPr>
              <a:t>02</a:t>
            </a:r>
            <a:endParaRPr/>
          </a:p>
        </p:txBody>
      </p:sp>
      <p:sp>
        <p:nvSpPr>
          <p:cNvPr id="346" name="" descr="{&quot;isTemplate&quot;:true,&quot;type&quot;:&quot;text&quot;}"/>
          <p:cNvSpPr txBox="1"/>
          <p:nvPr/>
        </p:nvSpPr>
        <p:spPr>
          <a:xfrm rot="0" flipH="0" flipV="0">
            <a:off x="2990850" y="3086100"/>
            <a:ext cx="16764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0B2545"/>
                </a:solidFill>
                <a:latin typeface="Microsoft YaHei"/>
                <a:ea typeface="Microsoft YaHei"/>
              </a:rPr>
              <a:t>困难假设</a:t>
            </a:r>
            <a:endParaRPr/>
          </a:p>
        </p:txBody>
      </p:sp>
      <p:sp>
        <p:nvSpPr>
          <p:cNvPr id="347" name=""/>
          <p:cNvSpPr/>
          <p:nvPr/>
        </p:nvSpPr>
        <p:spPr>
          <a:xfrm rot="0" flipH="0" flipV="0">
            <a:off x="2990850" y="3495675"/>
            <a:ext cx="1676400" cy="9525"/>
          </a:xfrm>
          <a:prstGeom prst="rect">
            <a:avLst/>
          </a:prstGeom>
          <a:solidFill>
            <a:srgbClr val="D6E0EC"/>
          </a:solidFill>
          <a:ln/>
        </p:spPr>
        <p:txBody>
          <a:bodyPr/>
          <a:p>
            <a:pPr/>
            <a:endParaRPr/>
          </a:p>
        </p:txBody>
      </p:sp>
      <p:sp>
        <p:nvSpPr>
          <p:cNvPr id="348" name="" descr="{&quot;isTemplate&quot;:true,&quot;type&quot;:&quot;text&quot;}"/>
          <p:cNvSpPr txBox="1"/>
          <p:nvPr/>
        </p:nvSpPr>
        <p:spPr>
          <a:xfrm rot="0" flipH="0" flipV="0">
            <a:off x="2990850" y="4124325"/>
            <a:ext cx="1676400" cy="3429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575" b="1">
                <a:solidFill>
                  <a:srgbClr val="12233A"/>
                </a:solidFill>
                <a:latin typeface="Microsoft YaHei"/>
                <a:ea typeface="Microsoft YaHei"/>
              </a:rPr>
              <a:t>理解不足</a:t>
            </a:r>
            <a:endParaRPr/>
          </a:p>
        </p:txBody>
      </p:sp>
      <p:sp>
        <p:nvSpPr>
          <p:cNvPr id="349" name=""/>
          <p:cNvSpPr/>
          <p:nvPr/>
        </p:nvSpPr>
        <p:spPr>
          <a:xfrm rot="0" flipH="0" flipV="0">
            <a:off x="2990850" y="5086350"/>
            <a:ext cx="381000" cy="38100"/>
          </a:xfrm>
          <a:prstGeom prst="roundRect">
            <a:avLst>
              <a:gd name="adj" fmla="val 50000"/>
            </a:avLst>
          </a:prstGeom>
          <a:solidFill>
            <a:srgbClr val="0E7490"/>
          </a:solidFill>
          <a:ln/>
        </p:spPr>
        <p:txBody>
          <a:bodyPr/>
          <a:p>
            <a:pPr/>
            <a:endParaRPr/>
          </a:p>
        </p:txBody>
      </p:sp>
      <p:pic>
        <p:nvPicPr>
          <p:cNvPr id="350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4867275" y="3705225"/>
            <a:ext cx="190500" cy="190500"/>
          </a:xfrm>
          <a:prstGeom prst="rect">
            <a:avLst/>
          </a:prstGeom>
          <a:ln/>
        </p:spPr>
      </p:pic>
      <p:sp>
        <p:nvSpPr>
          <p:cNvPr id="351" name=""/>
          <p:cNvSpPr/>
          <p:nvPr/>
        </p:nvSpPr>
        <p:spPr>
          <a:xfrm rot="0" flipH="0" flipV="0">
            <a:off x="5105400" y="2266950"/>
            <a:ext cx="1981200" cy="3067050"/>
          </a:xfrm>
          <a:prstGeom prst="roundRect">
            <a:avLst>
              <a:gd name="adj" fmla="val 5769"/>
            </a:avLst>
          </a:prstGeom>
          <a:solidFill>
            <a:srgbClr val="E8F1FA"/>
          </a:solidFill>
          <a:ln w="12700">
            <a:solidFill>
              <a:srgbClr val="0E7490"/>
            </a:solidFill>
            <a:prstDash val="solid"/>
          </a:ln>
          <a:effectLst>
            <a:outerShdw blurRad="101600" dist="38100" dir="5400000" sx="100000" sy="100000" kx="0" ky="0" algn="b" rotWithShape="0">
              <a:srgbClr val="0B2545">
                <a:alpha val="14000"/>
              </a:srgbClr>
            </a:outerShdw>
          </a:effectLst>
        </p:spPr>
        <p:txBody>
          <a:bodyPr/>
          <a:p>
            <a:pPr/>
            <a:endParaRPr/>
          </a:p>
        </p:txBody>
      </p:sp>
      <p:sp>
        <p:nvSpPr>
          <p:cNvPr id="352" name=""/>
          <p:cNvSpPr/>
          <p:nvPr/>
        </p:nvSpPr>
        <p:spPr>
          <a:xfrm rot="0" flipH="0" flipV="0">
            <a:off x="5257800" y="2476500"/>
            <a:ext cx="438150" cy="438150"/>
          </a:xfrm>
          <a:prstGeom prst="roundRect">
            <a:avLst>
              <a:gd name="adj" fmla="val 50000"/>
            </a:avLst>
          </a:prstGeom>
          <a:solidFill>
            <a:srgbClr val="0E7490"/>
          </a:solidFill>
          <a:ln/>
        </p:spPr>
        <p:txBody>
          <a:bodyPr/>
          <a:p>
            <a:pPr/>
            <a:endParaRPr/>
          </a:p>
        </p:txBody>
      </p:sp>
      <p:sp>
        <p:nvSpPr>
          <p:cNvPr id="353" name="" descr="{&quot;isTemplate&quot;:true,&quot;type&quot;:&quot;text&quot;}"/>
          <p:cNvSpPr txBox="1"/>
          <p:nvPr/>
        </p:nvSpPr>
        <p:spPr>
          <a:xfrm rot="0" flipH="0" flipV="0">
            <a:off x="5372100" y="2590800"/>
            <a:ext cx="2190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FFFFFF"/>
                </a:solidFill>
                <a:latin typeface="Microsoft YaHei"/>
                <a:ea typeface="Microsoft YaHei"/>
              </a:rPr>
              <a:t>03</a:t>
            </a:r>
            <a:endParaRPr/>
          </a:p>
        </p:txBody>
      </p:sp>
      <p:sp>
        <p:nvSpPr>
          <p:cNvPr id="354" name="" descr="{&quot;isTemplate&quot;:true,&quot;type&quot;:&quot;text&quot;}"/>
          <p:cNvSpPr txBox="1"/>
          <p:nvPr/>
        </p:nvSpPr>
        <p:spPr>
          <a:xfrm rot="0" flipH="0" flipV="0">
            <a:off x="5257800" y="3086100"/>
            <a:ext cx="16764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0B2545"/>
                </a:solidFill>
                <a:latin typeface="Microsoft YaHei"/>
                <a:ea typeface="Microsoft YaHei"/>
              </a:rPr>
              <a:t>Agent </a:t>
            </a:r>
            <a:r>
              <a:rPr lang="zh-CN" sz="1800" b="1">
                <a:solidFill>
                  <a:srgbClr val="0B2545"/>
                </a:solidFill>
                <a:latin typeface="Microsoft YaHei"/>
                <a:ea typeface="Microsoft YaHei"/>
              </a:rPr>
              <a:t>干预</a:t>
            </a:r>
            <a:endParaRPr/>
          </a:p>
        </p:txBody>
      </p:sp>
      <p:sp>
        <p:nvSpPr>
          <p:cNvPr id="355" name=""/>
          <p:cNvSpPr/>
          <p:nvPr/>
        </p:nvSpPr>
        <p:spPr>
          <a:xfrm rot="0" flipH="0" flipV="0">
            <a:off x="5257800" y="3495675"/>
            <a:ext cx="1676400" cy="9525"/>
          </a:xfrm>
          <a:prstGeom prst="rect">
            <a:avLst/>
          </a:prstGeom>
          <a:solidFill>
            <a:srgbClr val="C3D4E4"/>
          </a:solidFill>
          <a:ln/>
        </p:spPr>
        <p:txBody>
          <a:bodyPr/>
          <a:p>
            <a:pPr/>
            <a:endParaRPr/>
          </a:p>
        </p:txBody>
      </p:sp>
      <p:sp>
        <p:nvSpPr>
          <p:cNvPr id="356" name="" descr="{&quot;isTemplate&quot;:true,&quot;type&quot;:&quot;text&quot;}"/>
          <p:cNvSpPr txBox="1"/>
          <p:nvPr/>
        </p:nvSpPr>
        <p:spPr>
          <a:xfrm rot="0" flipH="0" flipV="0">
            <a:off x="5257800" y="3933825"/>
            <a:ext cx="1676400" cy="3429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575" b="1">
                <a:solidFill>
                  <a:srgbClr val="12233A"/>
                </a:solidFill>
                <a:latin typeface="Microsoft YaHei"/>
                <a:ea typeface="Microsoft YaHei"/>
              </a:rPr>
              <a:t>概念解释</a:t>
            </a:r>
            <a:endParaRPr/>
          </a:p>
        </p:txBody>
      </p:sp>
      <p:sp>
        <p:nvSpPr>
          <p:cNvPr id="357" name="" descr="{&quot;isTemplate&quot;:true,&quot;type&quot;:&quot;text&quot;}"/>
          <p:cNvSpPr txBox="1"/>
          <p:nvPr/>
        </p:nvSpPr>
        <p:spPr>
          <a:xfrm rot="0" flipH="0" flipV="0">
            <a:off x="5257800" y="4352925"/>
            <a:ext cx="1676400" cy="30480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350" b="1">
                <a:solidFill>
                  <a:srgbClr val="0E7490"/>
                </a:solidFill>
                <a:latin typeface="Microsoft YaHei"/>
                <a:ea typeface="Microsoft YaHei"/>
              </a:rPr>
              <a:t>练习</a:t>
            </a:r>
            <a:r>
              <a:rPr lang="en-US" sz="1350" b="1">
                <a:solidFill>
                  <a:srgbClr val="0E7490"/>
                </a:solidFill>
                <a:latin typeface="Microsoft YaHei"/>
                <a:ea typeface="Microsoft YaHei"/>
              </a:rPr>
              <a:t> · </a:t>
            </a:r>
            <a:r>
              <a:rPr lang="zh-CN" sz="1350" b="1">
                <a:solidFill>
                  <a:srgbClr val="0E7490"/>
                </a:solidFill>
                <a:latin typeface="Microsoft YaHei"/>
                <a:ea typeface="Microsoft YaHei"/>
              </a:rPr>
              <a:t>复习计划</a:t>
            </a:r>
            <a:endParaRPr/>
          </a:p>
        </p:txBody>
      </p:sp>
      <p:sp>
        <p:nvSpPr>
          <p:cNvPr id="358" name=""/>
          <p:cNvSpPr/>
          <p:nvPr/>
        </p:nvSpPr>
        <p:spPr>
          <a:xfrm rot="0" flipH="0" flipV="0">
            <a:off x="5257800" y="5086350"/>
            <a:ext cx="381000" cy="38100"/>
          </a:xfrm>
          <a:prstGeom prst="roundRect">
            <a:avLst>
              <a:gd name="adj" fmla="val 50000"/>
            </a:avLst>
          </a:prstGeom>
          <a:solidFill>
            <a:srgbClr val="0E7490"/>
          </a:solidFill>
          <a:ln/>
        </p:spPr>
        <p:txBody>
          <a:bodyPr/>
          <a:p>
            <a:pPr/>
            <a:endParaRPr/>
          </a:p>
        </p:txBody>
      </p:sp>
      <p:pic>
        <p:nvPicPr>
          <p:cNvPr id="359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7134225" y="3705225"/>
            <a:ext cx="190500" cy="190500"/>
          </a:xfrm>
          <a:prstGeom prst="rect">
            <a:avLst/>
          </a:prstGeom>
          <a:ln/>
        </p:spPr>
      </p:pic>
      <p:sp>
        <p:nvSpPr>
          <p:cNvPr id="360" name=""/>
          <p:cNvSpPr/>
          <p:nvPr/>
        </p:nvSpPr>
        <p:spPr>
          <a:xfrm rot="0" flipH="0" flipV="0">
            <a:off x="7372350" y="2266950"/>
            <a:ext cx="1981200" cy="3067050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 w="12700">
            <a:solidFill>
              <a:srgbClr val="D6E0EC"/>
            </a:solidFill>
            <a:prstDash val="solid"/>
          </a:ln>
          <a:effectLst>
            <a:outerShdw blurRad="101600" dist="38100" dir="5400000" sx="100000" sy="100000" kx="0" ky="0" algn="b" rotWithShape="0">
              <a:srgbClr val="0B2545">
                <a:alpha val="14000"/>
              </a:srgbClr>
            </a:outerShdw>
          </a:effectLst>
        </p:spPr>
        <p:txBody>
          <a:bodyPr/>
          <a:p>
            <a:pPr/>
            <a:endParaRPr/>
          </a:p>
        </p:txBody>
      </p:sp>
      <p:sp>
        <p:nvSpPr>
          <p:cNvPr id="361" name=""/>
          <p:cNvSpPr/>
          <p:nvPr/>
        </p:nvSpPr>
        <p:spPr>
          <a:xfrm rot="0" flipH="0" flipV="0">
            <a:off x="7524750" y="2476500"/>
            <a:ext cx="438150" cy="438150"/>
          </a:xfrm>
          <a:prstGeom prst="roundRect">
            <a:avLst>
              <a:gd name="adj" fmla="val 50000"/>
            </a:avLst>
          </a:prstGeom>
          <a:solidFill>
            <a:srgbClr val="0E7490"/>
          </a:solidFill>
          <a:ln/>
        </p:spPr>
        <p:txBody>
          <a:bodyPr/>
          <a:p>
            <a:pPr/>
            <a:endParaRPr/>
          </a:p>
        </p:txBody>
      </p:sp>
      <p:sp>
        <p:nvSpPr>
          <p:cNvPr id="362" name="" descr="{&quot;isTemplate&quot;:true,&quot;type&quot;:&quot;text&quot;}"/>
          <p:cNvSpPr txBox="1"/>
          <p:nvPr/>
        </p:nvSpPr>
        <p:spPr>
          <a:xfrm rot="0" flipH="0" flipV="0">
            <a:off x="7639050" y="2590800"/>
            <a:ext cx="2190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FFFFFF"/>
                </a:solidFill>
                <a:latin typeface="Microsoft YaHei"/>
                <a:ea typeface="Microsoft YaHei"/>
              </a:rPr>
              <a:t>04</a:t>
            </a:r>
            <a:endParaRPr/>
          </a:p>
        </p:txBody>
      </p:sp>
      <p:sp>
        <p:nvSpPr>
          <p:cNvPr id="363" name="" descr="{&quot;isTemplate&quot;:true,&quot;type&quot;:&quot;text&quot;}"/>
          <p:cNvSpPr txBox="1"/>
          <p:nvPr/>
        </p:nvSpPr>
        <p:spPr>
          <a:xfrm rot="0" flipH="0" flipV="0">
            <a:off x="7524750" y="3086100"/>
            <a:ext cx="16764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0B2545"/>
                </a:solidFill>
                <a:latin typeface="Microsoft YaHei"/>
                <a:ea typeface="Microsoft YaHei"/>
              </a:rPr>
              <a:t>学生反馈</a:t>
            </a:r>
            <a:endParaRPr/>
          </a:p>
        </p:txBody>
      </p:sp>
      <p:sp>
        <p:nvSpPr>
          <p:cNvPr id="364" name=""/>
          <p:cNvSpPr/>
          <p:nvPr/>
        </p:nvSpPr>
        <p:spPr>
          <a:xfrm rot="0" flipH="0" flipV="0">
            <a:off x="7524750" y="3495675"/>
            <a:ext cx="1676400" cy="9525"/>
          </a:xfrm>
          <a:prstGeom prst="rect">
            <a:avLst/>
          </a:prstGeom>
          <a:solidFill>
            <a:srgbClr val="D6E0EC"/>
          </a:solidFill>
          <a:ln/>
        </p:spPr>
        <p:txBody>
          <a:bodyPr/>
          <a:p>
            <a:pPr/>
            <a:endParaRPr/>
          </a:p>
        </p:txBody>
      </p:sp>
      <p:sp>
        <p:nvSpPr>
          <p:cNvPr id="365" name="" descr="{&quot;isTemplate&quot;:true,&quot;type&quot;:&quot;text&quot;}"/>
          <p:cNvSpPr txBox="1"/>
          <p:nvPr/>
        </p:nvSpPr>
        <p:spPr>
          <a:xfrm rot="0" flipH="0" flipV="0">
            <a:off x="7524750" y="4124325"/>
            <a:ext cx="1676400" cy="3429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575" b="1">
                <a:solidFill>
                  <a:srgbClr val="12233A"/>
                </a:solidFill>
                <a:latin typeface="Microsoft YaHei"/>
                <a:ea typeface="Microsoft YaHei"/>
              </a:rPr>
              <a:t>确认</a:t>
            </a:r>
            <a:r>
              <a:rPr lang="en-US" sz="1575" b="1">
                <a:solidFill>
                  <a:srgbClr val="12233A"/>
                </a:solidFill>
                <a:latin typeface="Microsoft YaHei"/>
                <a:ea typeface="Microsoft YaHei"/>
              </a:rPr>
              <a:t> / </a:t>
            </a:r>
            <a:r>
              <a:rPr lang="zh-CN" sz="1575" b="1">
                <a:solidFill>
                  <a:srgbClr val="12233A"/>
                </a:solidFill>
                <a:latin typeface="Microsoft YaHei"/>
                <a:ea typeface="Microsoft YaHei"/>
              </a:rPr>
              <a:t>修正</a:t>
            </a:r>
            <a:endParaRPr/>
          </a:p>
        </p:txBody>
      </p:sp>
      <p:sp>
        <p:nvSpPr>
          <p:cNvPr id="366" name=""/>
          <p:cNvSpPr/>
          <p:nvPr/>
        </p:nvSpPr>
        <p:spPr>
          <a:xfrm rot="0" flipH="0" flipV="0">
            <a:off x="7524750" y="5086350"/>
            <a:ext cx="381000" cy="38100"/>
          </a:xfrm>
          <a:prstGeom prst="roundRect">
            <a:avLst>
              <a:gd name="adj" fmla="val 50000"/>
            </a:avLst>
          </a:prstGeom>
          <a:solidFill>
            <a:srgbClr val="0E7490"/>
          </a:solidFill>
          <a:ln/>
        </p:spPr>
        <p:txBody>
          <a:bodyPr/>
          <a:p>
            <a:pPr/>
            <a:endParaRPr/>
          </a:p>
        </p:txBody>
      </p:sp>
      <p:pic>
        <p:nvPicPr>
          <p:cNvPr id="367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9401175" y="3705225"/>
            <a:ext cx="190500" cy="190500"/>
          </a:xfrm>
          <a:prstGeom prst="rect">
            <a:avLst/>
          </a:prstGeom>
          <a:ln/>
        </p:spPr>
      </p:pic>
      <p:sp>
        <p:nvSpPr>
          <p:cNvPr id="368" name=""/>
          <p:cNvSpPr/>
          <p:nvPr/>
        </p:nvSpPr>
        <p:spPr>
          <a:xfrm rot="0" flipH="0" flipV="0">
            <a:off x="9639300" y="2266950"/>
            <a:ext cx="1981200" cy="3067050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 w="12700">
            <a:solidFill>
              <a:srgbClr val="D6E0EC"/>
            </a:solidFill>
            <a:prstDash val="solid"/>
          </a:ln>
          <a:effectLst>
            <a:outerShdw blurRad="101600" dist="38100" dir="5400000" sx="100000" sy="100000" kx="0" ky="0" algn="b" rotWithShape="0">
              <a:srgbClr val="0B2545">
                <a:alpha val="14000"/>
              </a:srgbClr>
            </a:outerShdw>
          </a:effectLst>
        </p:spPr>
        <p:txBody>
          <a:bodyPr/>
          <a:p>
            <a:pPr/>
            <a:endParaRPr/>
          </a:p>
        </p:txBody>
      </p:sp>
      <p:sp>
        <p:nvSpPr>
          <p:cNvPr id="369" name=""/>
          <p:cNvSpPr/>
          <p:nvPr/>
        </p:nvSpPr>
        <p:spPr>
          <a:xfrm rot="0" flipH="0" flipV="0">
            <a:off x="9791700" y="2476500"/>
            <a:ext cx="438150" cy="438150"/>
          </a:xfrm>
          <a:prstGeom prst="roundRect">
            <a:avLst>
              <a:gd name="adj" fmla="val 50000"/>
            </a:avLst>
          </a:prstGeom>
          <a:solidFill>
            <a:srgbClr val="0B2545"/>
          </a:solidFill>
          <a:ln/>
        </p:spPr>
        <p:txBody>
          <a:bodyPr/>
          <a:p>
            <a:pPr/>
            <a:endParaRPr/>
          </a:p>
        </p:txBody>
      </p:sp>
      <p:sp>
        <p:nvSpPr>
          <p:cNvPr id="370" name="" descr="{&quot;isTemplate&quot;:true,&quot;type&quot;:&quot;text&quot;}"/>
          <p:cNvSpPr txBox="1"/>
          <p:nvPr/>
        </p:nvSpPr>
        <p:spPr>
          <a:xfrm rot="0" flipH="0" flipV="0">
            <a:off x="9906000" y="2590800"/>
            <a:ext cx="2190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5FD3E8"/>
                </a:solidFill>
                <a:latin typeface="Microsoft YaHei"/>
                <a:ea typeface="Microsoft YaHei"/>
              </a:rPr>
              <a:t>05</a:t>
            </a:r>
            <a:endParaRPr/>
          </a:p>
        </p:txBody>
      </p:sp>
      <p:sp>
        <p:nvSpPr>
          <p:cNvPr id="371" name="" descr="{&quot;isTemplate&quot;:true,&quot;type&quot;:&quot;text&quot;}"/>
          <p:cNvSpPr txBox="1"/>
          <p:nvPr/>
        </p:nvSpPr>
        <p:spPr>
          <a:xfrm rot="0" flipH="0" flipV="0">
            <a:off x="9791700" y="3086100"/>
            <a:ext cx="16764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0B2545"/>
                </a:solidFill>
                <a:latin typeface="Microsoft YaHei"/>
                <a:ea typeface="Microsoft YaHei"/>
              </a:rPr>
              <a:t>模型更新</a:t>
            </a:r>
            <a:endParaRPr/>
          </a:p>
        </p:txBody>
      </p:sp>
      <p:sp>
        <p:nvSpPr>
          <p:cNvPr id="372" name=""/>
          <p:cNvSpPr/>
          <p:nvPr/>
        </p:nvSpPr>
        <p:spPr>
          <a:xfrm rot="0" flipH="0" flipV="0">
            <a:off x="9791700" y="3495675"/>
            <a:ext cx="1676400" cy="9525"/>
          </a:xfrm>
          <a:prstGeom prst="rect">
            <a:avLst/>
          </a:prstGeom>
          <a:solidFill>
            <a:srgbClr val="D6E0EC"/>
          </a:solidFill>
          <a:ln/>
        </p:spPr>
        <p:txBody>
          <a:bodyPr/>
          <a:p>
            <a:pPr/>
            <a:endParaRPr/>
          </a:p>
        </p:txBody>
      </p:sp>
      <p:sp>
        <p:nvSpPr>
          <p:cNvPr id="373" name="" descr="{&quot;isTemplate&quot;:true,&quot;type&quot;:&quot;text&quot;}"/>
          <p:cNvSpPr txBox="1"/>
          <p:nvPr/>
        </p:nvSpPr>
        <p:spPr>
          <a:xfrm rot="0" flipH="0" flipV="0">
            <a:off x="9791700" y="3933825"/>
            <a:ext cx="1676400" cy="3429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575" b="1">
                <a:solidFill>
                  <a:srgbClr val="12233A"/>
                </a:solidFill>
                <a:latin typeface="Microsoft YaHei"/>
                <a:ea typeface="Microsoft YaHei"/>
              </a:rPr>
              <a:t>状态演化</a:t>
            </a:r>
            <a:endParaRPr/>
          </a:p>
        </p:txBody>
      </p:sp>
      <p:sp>
        <p:nvSpPr>
          <p:cNvPr id="374" name="" descr="{&quot;isTemplate&quot;:true,&quot;type&quot;:&quot;text&quot;}"/>
          <p:cNvSpPr txBox="1"/>
          <p:nvPr/>
        </p:nvSpPr>
        <p:spPr>
          <a:xfrm rot="0" flipH="0" flipV="0">
            <a:off x="9791700" y="4352925"/>
            <a:ext cx="1676400" cy="30480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350">
                <a:solidFill>
                  <a:srgbClr val="5B6B7F"/>
                </a:solidFill>
                <a:latin typeface="Microsoft YaHei"/>
                <a:ea typeface="Microsoft YaHei"/>
              </a:rPr>
              <a:t>回写世界模型</a:t>
            </a:r>
            <a:endParaRPr/>
          </a:p>
        </p:txBody>
      </p:sp>
      <p:sp>
        <p:nvSpPr>
          <p:cNvPr id="375" name=""/>
          <p:cNvSpPr/>
          <p:nvPr/>
        </p:nvSpPr>
        <p:spPr>
          <a:xfrm rot="0" flipH="0" flipV="0">
            <a:off x="9791700" y="5086350"/>
            <a:ext cx="381000" cy="38100"/>
          </a:xfrm>
          <a:prstGeom prst="roundRect">
            <a:avLst>
              <a:gd name="adj" fmla="val 50000"/>
            </a:avLst>
          </a:prstGeom>
          <a:solidFill>
            <a:srgbClr val="0E7490"/>
          </a:solidFill>
          <a:ln/>
        </p:spPr>
        <p:txBody>
          <a:bodyPr/>
          <a:p>
            <a:pPr/>
            <a:endParaRPr/>
          </a:p>
        </p:txBody>
      </p:sp>
      <p:sp>
        <p:nvSpPr>
          <p:cNvPr id="376" name=""/>
          <p:cNvSpPr/>
          <p:nvPr/>
        </p:nvSpPr>
        <p:spPr>
          <a:xfrm rot="0" flipH="0" flipV="0">
            <a:off x="619125" y="5505450"/>
            <a:ext cx="11049000" cy="838200"/>
          </a:xfrm>
          <a:prstGeom prst="rect">
            <a:avLst/>
          </a:prstGeom>
          <a:solidFill>
            <a:srgbClr val="F5F9FD"/>
          </a:solidFill>
          <a:ln/>
        </p:spPr>
        <p:txBody>
          <a:bodyPr/>
          <a:p>
            <a:pPr/>
            <a:endParaRPr/>
          </a:p>
        </p:txBody>
      </p:sp>
      <p:sp>
        <p:nvSpPr>
          <p:cNvPr id="377" name=""/>
          <p:cNvSpPr/>
          <p:nvPr/>
        </p:nvSpPr>
        <p:spPr>
          <a:xfrm rot="0" flipH="0" flipV="0">
            <a:off x="571500" y="5505450"/>
            <a:ext cx="11096625" cy="838200"/>
          </a:xfrm>
          <a:custGeom>
            <a:pathLst>
              <a:path w="1165" h="88">
                <a:moveTo>
                  <a:pt x="0" y="0"/>
                </a:moveTo>
                <a:lnTo>
                  <a:pt x="5" y="0"/>
                </a:lnTo>
                <a:lnTo>
                  <a:pt x="5" y="88"/>
                </a:lnTo>
                <a:lnTo>
                  <a:pt x="0" y="88"/>
                </a:lnTo>
                <a:close/>
              </a:path>
            </a:pathLst>
          </a:custGeom>
          <a:solidFill>
            <a:srgbClr val="0E7490"/>
          </a:solidFill>
          <a:ln/>
          <a:effectLst>
            <a:outerShdw blurRad="101600" dist="38100" dir="5400000" sx="100000" sy="100000" kx="0" ky="0" algn="b" rotWithShape="0">
              <a:srgbClr val="0B2545">
                <a:alpha val="14000"/>
              </a:srgbClr>
            </a:outerShdw>
          </a:effectLst>
        </p:spPr>
        <p:txBody>
          <a:bodyPr/>
          <a:p>
            <a:pPr/>
            <a:endParaRPr/>
          </a:p>
        </p:txBody>
      </p:sp>
      <p:pic>
        <p:nvPicPr>
          <p:cNvPr id="378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866775" y="5810250"/>
            <a:ext cx="228600" cy="228600"/>
          </a:xfrm>
          <a:prstGeom prst="rect">
            <a:avLst/>
          </a:prstGeom>
          <a:ln/>
        </p:spPr>
      </p:pic>
      <p:sp>
        <p:nvSpPr>
          <p:cNvPr id="379" name="" descr="{&quot;isTemplate&quot;:true,&quot;type&quot;:&quot;text&quot;}"/>
          <p:cNvSpPr txBox="1"/>
          <p:nvPr/>
        </p:nvSpPr>
        <p:spPr>
          <a:xfrm rot="0" flipH="0" flipV="0">
            <a:off x="1266825" y="5743575"/>
            <a:ext cx="3771900" cy="3714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650">
                <a:solidFill>
                  <a:srgbClr val="12233A"/>
                </a:solidFill>
                <a:latin typeface="Microsoft YaHei"/>
                <a:ea typeface="Microsoft YaHei"/>
              </a:rPr>
              <a:t>干预输出的是</a:t>
            </a:r>
            <a:r>
              <a:rPr lang="zh-CN" sz="1650" b="1">
                <a:solidFill>
                  <a:srgbClr val="0E7490"/>
                </a:solidFill>
                <a:latin typeface="Microsoft YaHei"/>
                <a:ea typeface="Microsoft YaHei"/>
              </a:rPr>
              <a:t>学习行动</a:t>
            </a:r>
            <a:r>
              <a:rPr lang="zh-CN" sz="1650">
                <a:solidFill>
                  <a:srgbClr val="12233A"/>
                </a:solidFill>
                <a:latin typeface="Microsoft YaHei"/>
                <a:ea typeface="Microsoft YaHei"/>
              </a:rPr>
              <a:t>，而非标准答案。</a:t>
            </a:r>
            <a:endParaRPr/>
          </a:p>
        </p:txBody>
      </p:sp>
      <p:sp>
        <p:nvSpPr>
          <p:cNvPr id="380" name=""/>
          <p:cNvSpPr/>
          <p:nvPr/>
        </p:nvSpPr>
        <p:spPr>
          <a:xfrm rot="0" flipH="0" flipV="0">
            <a:off x="571500" y="6343650"/>
            <a:ext cx="11049000" cy="342900"/>
          </a:xfrm>
          <a:custGeom>
            <a:pathLst>
              <a:path w="1160" h="36">
                <a:moveTo>
                  <a:pt x="0" y="0"/>
                </a:moveTo>
                <a:lnTo>
                  <a:pt x="1160" y="0"/>
                </a:lnTo>
                <a:lnTo>
                  <a:pt x="1160" y="1"/>
                </a:lnTo>
                <a:lnTo>
                  <a:pt x="0" y="1"/>
                </a:lnTo>
                <a:close/>
              </a:path>
            </a:pathLst>
          </a:custGeom>
          <a:solidFill>
            <a:srgbClr val="E5EBF2"/>
          </a:solidFill>
          <a:ln/>
        </p:spPr>
        <p:txBody>
          <a:bodyPr/>
          <a:p>
            <a:pPr/>
            <a:endParaRPr/>
          </a:p>
        </p:txBody>
      </p:sp>
      <p:sp>
        <p:nvSpPr>
          <p:cNvPr id="381" name="" descr="{&quot;isTemplate&quot;:true,&quot;type&quot;:&quot;text&quot;}"/>
          <p:cNvSpPr txBox="1"/>
          <p:nvPr/>
        </p:nvSpPr>
        <p:spPr>
          <a:xfrm rot="0" flipH="0" flipV="0">
            <a:off x="571500" y="6467475"/>
            <a:ext cx="16002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spc="38">
                <a:solidFill>
                  <a:srgbClr val="8B97A8"/>
                </a:solidFill>
                <a:latin typeface="Microsoft YaHei"/>
                <a:ea typeface="Microsoft YaHei"/>
              </a:rPr>
              <a:t>CampusMateAI · </a:t>
            </a:r>
            <a:r>
              <a:rPr lang="zh-CN" sz="975" spc="38">
                <a:solidFill>
                  <a:srgbClr val="8B97A8"/>
                </a:solidFill>
                <a:latin typeface="Microsoft YaHei"/>
                <a:ea typeface="Microsoft YaHei"/>
              </a:rPr>
              <a:t>技术汇报</a:t>
            </a:r>
            <a:endParaRPr/>
          </a:p>
        </p:txBody>
      </p:sp>
      <p:sp>
        <p:nvSpPr>
          <p:cNvPr id="382" name="" descr="{&quot;isTemplate&quot;:true,&quot;type&quot;:&quot;text&quot;}"/>
          <p:cNvSpPr txBox="1"/>
          <p:nvPr/>
        </p:nvSpPr>
        <p:spPr>
          <a:xfrm rot="0" flipH="0" flipV="0">
            <a:off x="11115675" y="6457950"/>
            <a:ext cx="5048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 spc="38">
                <a:solidFill>
                  <a:srgbClr val="0B2545"/>
                </a:solidFill>
                <a:latin typeface="Microsoft YaHei"/>
                <a:ea typeface="Microsoft YaHei"/>
              </a:rPr>
              <a:t>07 / 09</a:t>
            </a:r>
            <a:endParaRPr/>
          </a:p>
        </p:txBody>
      </p:sp>
      <p:sp>
        <p:nvSpPr>
          <p:cNvPr id="383" name=""/>
          <p:cNvSpPr/>
          <p:nvPr/>
        </p:nvSpPr>
        <p:spPr>
          <a:xfrm rot="0" flipH="0" flipV="0">
            <a:off x="0" y="0"/>
            <a:ext cx="12192000" cy="57150"/>
          </a:xfrm>
          <a:prstGeom prst="rect">
            <a:avLst/>
          </a:prstGeom>
          <a:gradFill>
            <a:gsLst>
              <a:gs pos="0">
                <a:srgbClr val="0B2545"/>
              </a:gs>
              <a:gs pos="100000">
                <a:srgbClr val="0E7490"/>
              </a:gs>
            </a:gsLst>
            <a:lin ang="0" scaled="1"/>
          </a:gradFill>
          <a:ln/>
        </p:spPr>
        <p:txBody>
          <a:bodyPr/>
          <a:p>
            <a:pPr/>
            <a:endParaRPr/>
          </a:p>
        </p:txBody>
      </p:sp>
    </p:spTree>
  </p:cSld>
</p:sld>
</file>

<file path=ppt/slides/slide8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38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386" name=""/>
          <p:cNvSpPr/>
          <p:nvPr/>
        </p:nvSpPr>
        <p:spPr>
          <a:xfrm rot="0" flipH="0" flipV="0">
            <a:off x="571500" y="266700"/>
            <a:ext cx="28575" cy="171450"/>
          </a:xfrm>
          <a:prstGeom prst="roundRect">
            <a:avLst>
              <a:gd name="adj" fmla="val 66667"/>
            </a:avLst>
          </a:prstGeom>
          <a:solidFill>
            <a:srgbClr val="0E7490"/>
          </a:solidFill>
          <a:ln/>
        </p:spPr>
        <p:txBody>
          <a:bodyPr/>
          <a:p>
            <a:pPr/>
            <a:endParaRPr/>
          </a:p>
        </p:txBody>
      </p:sp>
      <p:sp>
        <p:nvSpPr>
          <p:cNvPr id="387" name="" descr="{&quot;isTemplate&quot;:true,&quot;type&quot;:&quot;text&quot;}"/>
          <p:cNvSpPr txBox="1"/>
          <p:nvPr/>
        </p:nvSpPr>
        <p:spPr>
          <a:xfrm rot="0" flipH="0" flipV="0">
            <a:off x="695325" y="276225"/>
            <a:ext cx="20478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 spc="38">
                <a:solidFill>
                  <a:srgbClr val="0E7490"/>
                </a:solidFill>
                <a:latin typeface="Microsoft YaHei"/>
                <a:ea typeface="Microsoft YaHei"/>
              </a:rPr>
              <a:t>07 · </a:t>
            </a:r>
            <a:r>
              <a:rPr lang="zh-CN" sz="1050" b="1" spc="38">
                <a:solidFill>
                  <a:srgbClr val="0E7490"/>
                </a:solidFill>
                <a:latin typeface="Microsoft YaHei"/>
                <a:ea typeface="Microsoft YaHei"/>
              </a:rPr>
              <a:t>应用场景</a:t>
            </a:r>
            <a:r>
              <a:rPr lang="en-US" sz="1050" b="1" spc="38">
                <a:solidFill>
                  <a:srgbClr val="0E7490"/>
                </a:solidFill>
                <a:latin typeface="Microsoft YaHei"/>
                <a:ea typeface="Microsoft YaHei"/>
              </a:rPr>
              <a:t>  APPLICATIONS</a:t>
            </a:r>
            <a:endParaRPr/>
          </a:p>
        </p:txBody>
      </p:sp>
      <p:sp>
        <p:nvSpPr>
          <p:cNvPr id="388" name="" descr="{&quot;isTemplate&quot;:true,&quot;type&quot;:&quot;text&quot;}"/>
          <p:cNvSpPr txBox="1"/>
          <p:nvPr/>
        </p:nvSpPr>
        <p:spPr>
          <a:xfrm rot="0" flipH="0" flipV="0">
            <a:off x="10287000" y="266700"/>
            <a:ext cx="1333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38">
                <a:solidFill>
                  <a:srgbClr val="8B97A8"/>
                </a:solidFill>
                <a:latin typeface="Microsoft YaHei"/>
                <a:ea typeface="Microsoft YaHei"/>
              </a:rPr>
              <a:t>3 </a:t>
            </a:r>
            <a:r>
              <a:rPr lang="zh-CN" sz="1125" spc="38">
                <a:solidFill>
                  <a:srgbClr val="8B97A8"/>
                </a:solidFill>
                <a:latin typeface="Microsoft YaHei"/>
                <a:ea typeface="Microsoft YaHei"/>
              </a:rPr>
              <a:t>场景</a:t>
            </a:r>
            <a:r>
              <a:rPr lang="en-US" sz="1125" spc="38">
                <a:solidFill>
                  <a:srgbClr val="8B97A8"/>
                </a:solidFill>
                <a:latin typeface="Microsoft YaHei"/>
                <a:ea typeface="Microsoft YaHei"/>
              </a:rPr>
              <a:t> · 3 </a:t>
            </a:r>
            <a:r>
              <a:rPr lang="zh-CN" sz="1125" spc="38">
                <a:solidFill>
                  <a:srgbClr val="8B97A8"/>
                </a:solidFill>
                <a:latin typeface="Microsoft YaHei"/>
                <a:ea typeface="Microsoft YaHei"/>
              </a:rPr>
              <a:t>组</a:t>
            </a:r>
            <a:r>
              <a:rPr lang="en-US" sz="1125" spc="38">
                <a:solidFill>
                  <a:srgbClr val="8B97A8"/>
                </a:solidFill>
                <a:latin typeface="Microsoft YaHei"/>
                <a:ea typeface="Microsoft YaHei"/>
              </a:rPr>
              <a:t> Agent</a:t>
            </a:r>
            <a:endParaRPr/>
          </a:p>
        </p:txBody>
      </p:sp>
      <p:sp>
        <p:nvSpPr>
          <p:cNvPr id="389" name="" descr="{&quot;isTemplate&quot;:true,&quot;type&quot;:&quot;text&quot;}"/>
          <p:cNvSpPr txBox="1"/>
          <p:nvPr/>
        </p:nvSpPr>
        <p:spPr>
          <a:xfrm rot="0" flipH="0" flipV="0">
            <a:off x="571500" y="533400"/>
            <a:ext cx="11049000" cy="485775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2550" b="1">
                <a:solidFill>
                  <a:srgbClr val="0B2545"/>
                </a:solidFill>
                <a:latin typeface="Microsoft YaHei"/>
                <a:ea typeface="Microsoft YaHei"/>
              </a:rPr>
              <a:t>每个场景对应一组</a:t>
            </a:r>
            <a:r>
              <a:rPr lang="en-US" sz="2550" b="1">
                <a:solidFill>
                  <a:srgbClr val="0B2545"/>
                </a:solidFill>
                <a:latin typeface="Microsoft YaHei"/>
                <a:ea typeface="Microsoft YaHei"/>
              </a:rPr>
              <a:t> Agent</a:t>
            </a:r>
            <a:endParaRPr/>
          </a:p>
        </p:txBody>
      </p:sp>
      <p:sp>
        <p:nvSpPr>
          <p:cNvPr id="390" name=""/>
          <p:cNvSpPr/>
          <p:nvPr/>
        </p:nvSpPr>
        <p:spPr>
          <a:xfrm rot="0" flipH="0" flipV="0">
            <a:off x="571500" y="1190625"/>
            <a:ext cx="11049000" cy="9525"/>
          </a:xfrm>
          <a:prstGeom prst="rect">
            <a:avLst/>
          </a:prstGeom>
          <a:solidFill>
            <a:srgbClr val="D6E0EC"/>
          </a:solidFill>
          <a:ln/>
        </p:spPr>
        <p:txBody>
          <a:bodyPr/>
          <a:p>
            <a:pPr/>
            <a:endParaRPr/>
          </a:p>
        </p:txBody>
      </p:sp>
      <p:sp>
        <p:nvSpPr>
          <p:cNvPr id="391" name=""/>
          <p:cNvSpPr/>
          <p:nvPr/>
        </p:nvSpPr>
        <p:spPr>
          <a:xfrm rot="0" flipH="0" flipV="0">
            <a:off x="7124700" y="1409700"/>
            <a:ext cx="4495800" cy="1971675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12700">
            <a:solidFill>
              <a:srgbClr val="D6E0EC"/>
            </a:solidFill>
            <a:prstDash val="solid"/>
          </a:ln>
          <a:effectLst>
            <a:outerShdw blurRad="101600" dist="38100" dir="5400000" sx="100000" sy="100000" kx="0" ky="0" algn="b" rotWithShape="0">
              <a:srgbClr val="0B2545">
                <a:alpha val="14000"/>
              </a:srgbClr>
            </a:outerShdw>
          </a:effectLst>
        </p:spPr>
        <p:txBody>
          <a:bodyPr/>
          <a:p>
            <a:pPr/>
            <a:endParaRPr/>
          </a:p>
        </p:txBody>
      </p:sp>
      <p:sp>
        <p:nvSpPr>
          <p:cNvPr id="392" name="" descr="{&quot;isTemplate&quot;:true,&quot;type&quot;:&quot;text&quot;}"/>
          <p:cNvSpPr txBox="1"/>
          <p:nvPr/>
        </p:nvSpPr>
        <p:spPr>
          <a:xfrm rot="0" flipH="0" flipV="0">
            <a:off x="7353300" y="1657350"/>
            <a:ext cx="403860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 b="1">
                <a:solidFill>
                  <a:srgbClr val="0B2545"/>
                </a:solidFill>
                <a:latin typeface="Microsoft YaHei"/>
                <a:ea typeface="Microsoft YaHei"/>
              </a:rPr>
              <a:t>课程学习</a:t>
            </a:r>
            <a:endParaRPr/>
          </a:p>
        </p:txBody>
      </p:sp>
      <p:sp>
        <p:nvSpPr>
          <p:cNvPr id="393" name="" descr="{&quot;isTemplate&quot;:true,&quot;type&quot;:&quot;text&quot;}"/>
          <p:cNvSpPr txBox="1"/>
          <p:nvPr/>
        </p:nvSpPr>
        <p:spPr>
          <a:xfrm rot="0" flipH="0" flipV="0">
            <a:off x="7353300" y="2057400"/>
            <a:ext cx="40386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0E7490"/>
                </a:solidFill>
                <a:latin typeface="Microsoft YaHei"/>
                <a:ea typeface="Microsoft YaHei"/>
              </a:rPr>
              <a:t>Course + Tutor</a:t>
            </a:r>
            <a:endParaRPr/>
          </a:p>
        </p:txBody>
      </p:sp>
      <p:sp>
        <p:nvSpPr>
          <p:cNvPr id="394" name=""/>
          <p:cNvSpPr/>
          <p:nvPr/>
        </p:nvSpPr>
        <p:spPr>
          <a:xfrm rot="0" flipH="0" flipV="0">
            <a:off x="7353300" y="2495550"/>
            <a:ext cx="4038600" cy="447675"/>
          </a:xfrm>
          <a:prstGeom prst="roundRect">
            <a:avLst>
              <a:gd name="adj" fmla="val 17021"/>
            </a:avLst>
          </a:prstGeom>
          <a:solidFill>
            <a:srgbClr val="F5F9FD"/>
          </a:solidFill>
          <a:ln/>
          <a:effectLst>
            <a:outerShdw blurRad="101600" dist="38100" dir="5400000" sx="100000" sy="100000" kx="0" ky="0" algn="b" rotWithShape="0">
              <a:srgbClr val="0B2545">
                <a:alpha val="14000"/>
              </a:srgbClr>
            </a:outerShdw>
          </a:effectLst>
        </p:spPr>
        <p:txBody>
          <a:bodyPr/>
          <a:p>
            <a:pPr/>
            <a:endParaRPr/>
          </a:p>
        </p:txBody>
      </p:sp>
      <p:sp>
        <p:nvSpPr>
          <p:cNvPr id="395" name="" descr="{&quot;isTemplate&quot;:true,&quot;type&quot;:&quot;text&quot;}"/>
          <p:cNvSpPr txBox="1"/>
          <p:nvPr/>
        </p:nvSpPr>
        <p:spPr>
          <a:xfrm rot="0" flipH="0" flipV="0">
            <a:off x="7505700" y="2609850"/>
            <a:ext cx="101917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>
                <a:solidFill>
                  <a:srgbClr val="12233A"/>
                </a:solidFill>
                <a:latin typeface="Microsoft YaHei"/>
                <a:ea typeface="Microsoft YaHei"/>
              </a:rPr>
              <a:t>资料</a:t>
            </a:r>
            <a:r>
              <a:rPr lang="en-US" sz="1425">
                <a:solidFill>
                  <a:srgbClr val="12233A"/>
                </a:solidFill>
                <a:latin typeface="Microsoft YaHei"/>
                <a:ea typeface="Microsoft YaHei"/>
              </a:rPr>
              <a:t> → </a:t>
            </a:r>
            <a:r>
              <a:rPr lang="zh-CN" sz="1425">
                <a:solidFill>
                  <a:srgbClr val="12233A"/>
                </a:solidFill>
                <a:latin typeface="Microsoft YaHei"/>
                <a:ea typeface="Microsoft YaHei"/>
              </a:rPr>
              <a:t>问答</a:t>
            </a:r>
            <a:endParaRPr/>
          </a:p>
        </p:txBody>
      </p:sp>
      <p:sp>
        <p:nvSpPr>
          <p:cNvPr id="396" name=""/>
          <p:cNvSpPr/>
          <p:nvPr/>
        </p:nvSpPr>
        <p:spPr>
          <a:xfrm rot="0" flipH="0" flipV="0">
            <a:off x="7353300" y="3095625"/>
            <a:ext cx="381000" cy="38100"/>
          </a:xfrm>
          <a:prstGeom prst="roundRect">
            <a:avLst>
              <a:gd name="adj" fmla="val 50000"/>
            </a:avLst>
          </a:prstGeom>
          <a:solidFill>
            <a:srgbClr val="0E7490"/>
          </a:solidFill>
          <a:ln/>
        </p:spPr>
        <p:txBody>
          <a:bodyPr/>
          <a:p>
            <a:pPr/>
            <a:endParaRPr/>
          </a:p>
        </p:txBody>
      </p:sp>
      <p:sp>
        <p:nvSpPr>
          <p:cNvPr id="397" name=""/>
          <p:cNvSpPr/>
          <p:nvPr/>
        </p:nvSpPr>
        <p:spPr>
          <a:xfrm rot="0" flipH="0" flipV="0">
            <a:off x="7124700" y="3533775"/>
            <a:ext cx="4495800" cy="1971675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12700">
            <a:solidFill>
              <a:srgbClr val="D6E0EC"/>
            </a:solidFill>
            <a:prstDash val="solid"/>
          </a:ln>
          <a:effectLst>
            <a:outerShdw blurRad="101600" dist="38100" dir="5400000" sx="100000" sy="100000" kx="0" ky="0" algn="b" rotWithShape="0">
              <a:srgbClr val="0B2545">
                <a:alpha val="14000"/>
              </a:srgbClr>
            </a:outerShdw>
          </a:effectLst>
        </p:spPr>
        <p:txBody>
          <a:bodyPr/>
          <a:p>
            <a:pPr/>
            <a:endParaRPr/>
          </a:p>
        </p:txBody>
      </p:sp>
      <p:sp>
        <p:nvSpPr>
          <p:cNvPr id="398" name="" descr="{&quot;isTemplate&quot;:true,&quot;type&quot;:&quot;text&quot;}"/>
          <p:cNvSpPr txBox="1"/>
          <p:nvPr/>
        </p:nvSpPr>
        <p:spPr>
          <a:xfrm rot="0" flipH="0" flipV="0">
            <a:off x="7353300" y="3781425"/>
            <a:ext cx="403860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 b="1">
                <a:solidFill>
                  <a:srgbClr val="0B2545"/>
                </a:solidFill>
                <a:latin typeface="Microsoft YaHei"/>
                <a:ea typeface="Microsoft YaHei"/>
              </a:rPr>
              <a:t>错误分析</a:t>
            </a:r>
            <a:endParaRPr/>
          </a:p>
        </p:txBody>
      </p:sp>
      <p:sp>
        <p:nvSpPr>
          <p:cNvPr id="399" name="" descr="{&quot;isTemplate&quot;:true,&quot;type&quot;:&quot;text&quot;}"/>
          <p:cNvSpPr txBox="1"/>
          <p:nvPr/>
        </p:nvSpPr>
        <p:spPr>
          <a:xfrm rot="0" flipH="0" flipV="0">
            <a:off x="7353300" y="4181475"/>
            <a:ext cx="40386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0E7490"/>
                </a:solidFill>
                <a:latin typeface="Microsoft YaHei"/>
                <a:ea typeface="Microsoft YaHei"/>
              </a:rPr>
              <a:t>Review Agent</a:t>
            </a:r>
            <a:endParaRPr/>
          </a:p>
        </p:txBody>
      </p:sp>
      <p:sp>
        <p:nvSpPr>
          <p:cNvPr id="400" name=""/>
          <p:cNvSpPr/>
          <p:nvPr/>
        </p:nvSpPr>
        <p:spPr>
          <a:xfrm rot="0" flipH="0" flipV="0">
            <a:off x="7353300" y="4619625"/>
            <a:ext cx="4038600" cy="447675"/>
          </a:xfrm>
          <a:prstGeom prst="roundRect">
            <a:avLst>
              <a:gd name="adj" fmla="val 17021"/>
            </a:avLst>
          </a:prstGeom>
          <a:solidFill>
            <a:srgbClr val="F5F9FD"/>
          </a:solidFill>
          <a:ln/>
          <a:effectLst>
            <a:outerShdw blurRad="101600" dist="38100" dir="5400000" sx="100000" sy="100000" kx="0" ky="0" algn="b" rotWithShape="0">
              <a:srgbClr val="0B2545">
                <a:alpha val="14000"/>
              </a:srgbClr>
            </a:outerShdw>
          </a:effectLst>
        </p:spPr>
        <p:txBody>
          <a:bodyPr/>
          <a:p>
            <a:pPr/>
            <a:endParaRPr/>
          </a:p>
        </p:txBody>
      </p:sp>
      <p:sp>
        <p:nvSpPr>
          <p:cNvPr id="401" name="" descr="{&quot;isTemplate&quot;:true,&quot;type&quot;:&quot;text&quot;}"/>
          <p:cNvSpPr txBox="1"/>
          <p:nvPr/>
        </p:nvSpPr>
        <p:spPr>
          <a:xfrm rot="0" flipH="0" flipV="0">
            <a:off x="7505700" y="4733925"/>
            <a:ext cx="101917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>
                <a:solidFill>
                  <a:srgbClr val="12233A"/>
                </a:solidFill>
                <a:latin typeface="Microsoft YaHei"/>
                <a:ea typeface="Microsoft YaHei"/>
              </a:rPr>
              <a:t>误区</a:t>
            </a:r>
            <a:r>
              <a:rPr lang="en-US" sz="1425">
                <a:solidFill>
                  <a:srgbClr val="12233A"/>
                </a:solidFill>
                <a:latin typeface="Microsoft YaHei"/>
                <a:ea typeface="Microsoft YaHei"/>
              </a:rPr>
              <a:t> → </a:t>
            </a:r>
            <a:r>
              <a:rPr lang="zh-CN" sz="1425">
                <a:solidFill>
                  <a:srgbClr val="12233A"/>
                </a:solidFill>
                <a:latin typeface="Microsoft YaHei"/>
                <a:ea typeface="Microsoft YaHei"/>
              </a:rPr>
              <a:t>补强</a:t>
            </a:r>
            <a:endParaRPr/>
          </a:p>
        </p:txBody>
      </p:sp>
      <p:sp>
        <p:nvSpPr>
          <p:cNvPr id="402" name=""/>
          <p:cNvSpPr/>
          <p:nvPr/>
        </p:nvSpPr>
        <p:spPr>
          <a:xfrm rot="0" flipH="0" flipV="0">
            <a:off x="7353300" y="5219700"/>
            <a:ext cx="381000" cy="38100"/>
          </a:xfrm>
          <a:prstGeom prst="roundRect">
            <a:avLst>
              <a:gd name="adj" fmla="val 50000"/>
            </a:avLst>
          </a:prstGeom>
          <a:solidFill>
            <a:srgbClr val="0E7490"/>
          </a:solidFill>
          <a:ln/>
        </p:spPr>
        <p:txBody>
          <a:bodyPr/>
          <a:p>
            <a:pPr/>
            <a:endParaRPr/>
          </a:p>
        </p:txBody>
      </p:sp>
      <p:sp>
        <p:nvSpPr>
          <p:cNvPr id="403" name=""/>
          <p:cNvSpPr/>
          <p:nvPr/>
        </p:nvSpPr>
        <p:spPr>
          <a:xfrm rot="0" flipH="0" flipV="0">
            <a:off x="7124700" y="5657850"/>
            <a:ext cx="4495800" cy="685800"/>
          </a:xfrm>
          <a:prstGeom prst="roundRect">
            <a:avLst>
              <a:gd name="adj" fmla="val 13889"/>
            </a:avLst>
          </a:prstGeom>
          <a:solidFill>
            <a:srgbClr val="E8F1FA"/>
          </a:solidFill>
          <a:ln/>
          <a:effectLst>
            <a:outerShdw blurRad="101600" dist="38100" dir="5400000" sx="100000" sy="100000" kx="0" ky="0" algn="b" rotWithShape="0">
              <a:srgbClr val="0B2545">
                <a:alpha val="14000"/>
              </a:srgbClr>
            </a:outerShdw>
          </a:effectLst>
        </p:spPr>
        <p:txBody>
          <a:bodyPr/>
          <a:p>
            <a:pPr/>
            <a:endParaRPr/>
          </a:p>
        </p:txBody>
      </p:sp>
      <p:pic>
        <p:nvPicPr>
          <p:cNvPr id="404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7334250" y="5905500"/>
            <a:ext cx="190500" cy="190500"/>
          </a:xfrm>
          <a:prstGeom prst="rect">
            <a:avLst/>
          </a:prstGeom>
          <a:ln/>
        </p:spPr>
      </p:pic>
      <p:sp>
        <p:nvSpPr>
          <p:cNvPr id="405" name="" descr="{&quot;isTemplate&quot;:true,&quot;type&quot;:&quot;text&quot;}"/>
          <p:cNvSpPr txBox="1"/>
          <p:nvPr/>
        </p:nvSpPr>
        <p:spPr>
          <a:xfrm rot="0" flipH="0" flipV="0">
            <a:off x="7629525" y="5686425"/>
            <a:ext cx="3781425" cy="6381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425">
                <a:solidFill>
                  <a:srgbClr val="12233A"/>
                </a:solidFill>
                <a:latin typeface="Microsoft YaHei"/>
                <a:ea typeface="Microsoft YaHei"/>
              </a:rPr>
              <a:t>答辩建议：讲透</a:t>
            </a:r>
            <a:r>
              <a:rPr lang="en-US" sz="1425">
                <a:solidFill>
                  <a:srgbClr val="12233A"/>
                </a:solidFill>
                <a:latin typeface="Microsoft YaHei"/>
                <a:ea typeface="Microsoft YaHei"/>
              </a:rPr>
              <a:t> 1 </a:t>
            </a:r>
            <a:r>
              <a:rPr lang="zh-CN" sz="1425">
                <a:solidFill>
                  <a:srgbClr val="12233A"/>
                </a:solidFill>
                <a:latin typeface="Microsoft YaHei"/>
                <a:ea typeface="Microsoft YaHei"/>
              </a:rPr>
              <a:t>个场景（考试复习），其余一句话带过。</a:t>
            </a:r>
            <a:endParaRPr/>
          </a:p>
        </p:txBody>
      </p:sp>
      <p:sp>
        <p:nvSpPr>
          <p:cNvPr id="406" name=""/>
          <p:cNvSpPr/>
          <p:nvPr/>
        </p:nvSpPr>
        <p:spPr>
          <a:xfrm rot="0" flipH="0" flipV="0">
            <a:off x="571500" y="6343650"/>
            <a:ext cx="11049000" cy="342900"/>
          </a:xfrm>
          <a:custGeom>
            <a:pathLst>
              <a:path w="1160" h="36">
                <a:moveTo>
                  <a:pt x="0" y="0"/>
                </a:moveTo>
                <a:lnTo>
                  <a:pt x="1160" y="0"/>
                </a:lnTo>
                <a:lnTo>
                  <a:pt x="1160" y="1"/>
                </a:lnTo>
                <a:lnTo>
                  <a:pt x="0" y="1"/>
                </a:lnTo>
                <a:close/>
              </a:path>
            </a:pathLst>
          </a:custGeom>
          <a:solidFill>
            <a:srgbClr val="E5EBF2"/>
          </a:solidFill>
          <a:ln/>
        </p:spPr>
        <p:txBody>
          <a:bodyPr/>
          <a:p>
            <a:pPr/>
            <a:endParaRPr/>
          </a:p>
        </p:txBody>
      </p:sp>
      <p:sp>
        <p:nvSpPr>
          <p:cNvPr id="407" name="" descr="{&quot;isTemplate&quot;:true,&quot;type&quot;:&quot;text&quot;}"/>
          <p:cNvSpPr txBox="1"/>
          <p:nvPr/>
        </p:nvSpPr>
        <p:spPr>
          <a:xfrm rot="0" flipH="0" flipV="0">
            <a:off x="571500" y="6467475"/>
            <a:ext cx="16002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spc="38">
                <a:solidFill>
                  <a:srgbClr val="8B97A8"/>
                </a:solidFill>
                <a:latin typeface="Microsoft YaHei"/>
                <a:ea typeface="Microsoft YaHei"/>
              </a:rPr>
              <a:t>CampusMateAI · </a:t>
            </a:r>
            <a:r>
              <a:rPr lang="zh-CN" sz="975" spc="38">
                <a:solidFill>
                  <a:srgbClr val="8B97A8"/>
                </a:solidFill>
                <a:latin typeface="Microsoft YaHei"/>
                <a:ea typeface="Microsoft YaHei"/>
              </a:rPr>
              <a:t>技术汇报</a:t>
            </a:r>
            <a:endParaRPr/>
          </a:p>
        </p:txBody>
      </p:sp>
      <p:sp>
        <p:nvSpPr>
          <p:cNvPr id="408" name="" descr="{&quot;isTemplate&quot;:true,&quot;type&quot;:&quot;text&quot;}"/>
          <p:cNvSpPr txBox="1"/>
          <p:nvPr/>
        </p:nvSpPr>
        <p:spPr>
          <a:xfrm rot="0" flipH="0" flipV="0">
            <a:off x="11115675" y="6457950"/>
            <a:ext cx="5048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 spc="38">
                <a:solidFill>
                  <a:srgbClr val="0B2545"/>
                </a:solidFill>
                <a:latin typeface="Microsoft YaHei"/>
                <a:ea typeface="Microsoft YaHei"/>
              </a:rPr>
              <a:t>08 / 09</a:t>
            </a:r>
            <a:endParaRPr/>
          </a:p>
        </p:txBody>
      </p:sp>
      <p:sp>
        <p:nvSpPr>
          <p:cNvPr id="409" name=""/>
          <p:cNvSpPr/>
          <p:nvPr/>
        </p:nvSpPr>
        <p:spPr>
          <a:xfrm rot="0" flipH="0" flipV="0">
            <a:off x="0" y="0"/>
            <a:ext cx="12192000" cy="57150"/>
          </a:xfrm>
          <a:prstGeom prst="rect">
            <a:avLst/>
          </a:prstGeom>
          <a:gradFill>
            <a:gsLst>
              <a:gs pos="0">
                <a:srgbClr val="0B2545"/>
              </a:gs>
              <a:gs pos="100000">
                <a:srgbClr val="0E7490"/>
              </a:gs>
            </a:gsLst>
            <a:lin ang="0" scaled="1"/>
          </a:gradFill>
          <a:ln/>
        </p:spPr>
        <p:txBody>
          <a:bodyPr/>
          <a:p>
            <a:pPr/>
            <a:endParaRPr/>
          </a:p>
        </p:txBody>
      </p:sp>
      <p:sp>
        <p:nvSpPr>
          <p:cNvPr id="410" name=""/>
          <p:cNvSpPr/>
          <p:nvPr/>
        </p:nvSpPr>
        <p:spPr>
          <a:xfrm rot="0" flipH="0" flipV="0">
            <a:off x="571500" y="1409700"/>
            <a:ext cx="6362700" cy="4933950"/>
          </a:xfrm>
          <a:prstGeom prst="roundRect">
            <a:avLst>
              <a:gd name="adj" fmla="val 3089"/>
            </a:avLst>
          </a:prstGeom>
          <a:solidFill>
            <a:srgbClr val="0B2545"/>
          </a:solidFill>
          <a:ln/>
          <a:effectLst>
            <a:outerShdw blurRad="101600" dist="38100" dir="5400000" sx="100000" sy="100000" kx="0" ky="0" algn="b" rotWithShape="0">
              <a:srgbClr val="0B2545">
                <a:alpha val="14000"/>
              </a:srgbClr>
            </a:outerShdw>
          </a:effectLst>
        </p:spPr>
        <p:txBody>
          <a:bodyPr/>
          <a:p>
            <a:pPr/>
            <a:endParaRPr/>
          </a:p>
        </p:txBody>
      </p:sp>
      <p:sp>
        <p:nvSpPr>
          <p:cNvPr id="411" name=""/>
          <p:cNvSpPr/>
          <p:nvPr/>
        </p:nvSpPr>
        <p:spPr>
          <a:xfrm rot="0" flipH="0" flipV="0">
            <a:off x="876300" y="1733550"/>
            <a:ext cx="1209675" cy="323850"/>
          </a:xfrm>
          <a:custGeom>
            <a:pathLst>
              <a:path w="127" h="34">
                <a:moveTo>
                  <a:pt x="112" y="0"/>
                </a:moveTo>
                <a:cubicBezTo>
                  <a:pt x="121" y="0"/>
                  <a:pt x="127" y="7"/>
                  <a:pt x="127" y="15"/>
                </a:cubicBezTo>
                <a:cubicBezTo>
                  <a:pt x="129" y="23"/>
                  <a:pt x="124" y="31"/>
                  <a:pt x="117" y="33"/>
                </a:cubicBezTo>
                <a:cubicBezTo>
                  <a:pt x="115" y="34"/>
                  <a:pt x="114" y="34"/>
                  <a:pt x="112" y="34"/>
                </a:cubicBezTo>
                <a:lnTo>
                  <a:pt x="15" y="34"/>
                </a:lnTo>
                <a:cubicBezTo>
                  <a:pt x="7" y="34"/>
                  <a:pt x="0" y="27"/>
                  <a:pt x="0" y="19"/>
                </a:cubicBezTo>
                <a:cubicBezTo>
                  <a:pt x="-2" y="11"/>
                  <a:pt x="3" y="3"/>
                  <a:pt x="10" y="1"/>
                </a:cubicBezTo>
                <a:cubicBezTo>
                  <a:pt x="12" y="0"/>
                  <a:pt x="13" y="0"/>
                  <a:pt x="15" y="0"/>
                </a:cubicBezTo>
                <a:lnTo>
                  <a:pt x="112" y="0"/>
                </a:lnTo>
                <a:close/>
              </a:path>
            </a:pathLst>
          </a:custGeom>
          <a:solidFill>
            <a:srgbClr val="5FD3E8">
              <a:alpha val="16000"/>
            </a:srgbClr>
          </a:solidFill>
          <a:ln/>
          <a:effectLst>
            <a:outerShdw blurRad="101600" dist="38100" dir="5400000" sx="100000" sy="100000" kx="0" ky="0" algn="b" rotWithShape="0">
              <a:srgbClr val="0B2545">
                <a:alpha val="14000"/>
              </a:srgbClr>
            </a:outerShdw>
          </a:effectLst>
        </p:spPr>
        <p:txBody>
          <a:bodyPr/>
          <a:p>
            <a:pPr/>
            <a:endParaRPr/>
          </a:p>
        </p:txBody>
      </p:sp>
      <p:sp>
        <p:nvSpPr>
          <p:cNvPr id="412" name=""/>
          <p:cNvSpPr/>
          <p:nvPr/>
        </p:nvSpPr>
        <p:spPr>
          <a:xfrm rot="0" flipH="0" flipV="0">
            <a:off x="876300" y="1733550"/>
            <a:ext cx="1209675" cy="323850"/>
          </a:xfrm>
          <a:custGeom>
            <a:pathLst>
              <a:path w="127" h="34">
                <a:moveTo>
                  <a:pt x="112" y="0"/>
                </a:moveTo>
                <a:cubicBezTo>
                  <a:pt x="117" y="0"/>
                  <a:pt x="121" y="2"/>
                  <a:pt x="123" y="5"/>
                </a:cubicBezTo>
                <a:cubicBezTo>
                  <a:pt x="126" y="8"/>
                  <a:pt x="128" y="13"/>
                  <a:pt x="127" y="17"/>
                </a:cubicBezTo>
                <a:cubicBezTo>
                  <a:pt x="128" y="21"/>
                  <a:pt x="126" y="25"/>
                  <a:pt x="123" y="29"/>
                </a:cubicBezTo>
                <a:cubicBezTo>
                  <a:pt x="121" y="32"/>
                  <a:pt x="116" y="34"/>
                  <a:pt x="112" y="34"/>
                </a:cubicBezTo>
                <a:lnTo>
                  <a:pt x="15" y="34"/>
                </a:lnTo>
                <a:cubicBezTo>
                  <a:pt x="11" y="34"/>
                  <a:pt x="7" y="32"/>
                  <a:pt x="4" y="29"/>
                </a:cubicBezTo>
                <a:cubicBezTo>
                  <a:pt x="1" y="26"/>
                  <a:pt x="-1" y="21"/>
                  <a:pt x="0" y="17"/>
                </a:cubicBezTo>
                <a:cubicBezTo>
                  <a:pt x="-1" y="13"/>
                  <a:pt x="1" y="9"/>
                  <a:pt x="4" y="5"/>
                </a:cubicBezTo>
                <a:cubicBezTo>
                  <a:pt x="6" y="2"/>
                  <a:pt x="11" y="0"/>
                  <a:pt x="15" y="0"/>
                </a:cubicBezTo>
                <a:lnTo>
                  <a:pt x="112" y="0"/>
                </a:lnTo>
                <a:close/>
                <a:moveTo>
                  <a:pt x="15" y="1"/>
                </a:moveTo>
                <a:cubicBezTo>
                  <a:pt x="11" y="1"/>
                  <a:pt x="7" y="3"/>
                  <a:pt x="5" y="6"/>
                </a:cubicBezTo>
                <a:cubicBezTo>
                  <a:pt x="2" y="9"/>
                  <a:pt x="0" y="13"/>
                  <a:pt x="1" y="16"/>
                </a:cubicBezTo>
                <a:cubicBezTo>
                  <a:pt x="0" y="21"/>
                  <a:pt x="1" y="25"/>
                  <a:pt x="4" y="28"/>
                </a:cubicBezTo>
                <a:cubicBezTo>
                  <a:pt x="7" y="31"/>
                  <a:pt x="11" y="33"/>
                  <a:pt x="15" y="33"/>
                </a:cubicBezTo>
                <a:lnTo>
                  <a:pt x="112" y="33"/>
                </a:lnTo>
                <a:cubicBezTo>
                  <a:pt x="116" y="33"/>
                  <a:pt x="120" y="31"/>
                  <a:pt x="122" y="28"/>
                </a:cubicBezTo>
                <a:cubicBezTo>
                  <a:pt x="125" y="25"/>
                  <a:pt x="127" y="21"/>
                  <a:pt x="126" y="18"/>
                </a:cubicBezTo>
                <a:cubicBezTo>
                  <a:pt x="127" y="13"/>
                  <a:pt x="126" y="9"/>
                  <a:pt x="123" y="6"/>
                </a:cubicBezTo>
                <a:cubicBezTo>
                  <a:pt x="120" y="3"/>
                  <a:pt x="116" y="1"/>
                  <a:pt x="112" y="1"/>
                </a:cubicBezTo>
                <a:close/>
              </a:path>
            </a:pathLst>
          </a:custGeom>
          <a:solidFill>
            <a:srgbClr val="5FD3E8">
              <a:alpha val="50000"/>
            </a:srgbClr>
          </a:solidFill>
          <a:effectLst>
            <a:outerShdw blurRad="101600" dist="38100" dir="5400000" sx="100000" sy="100000" kx="0" ky="0" algn="b" rotWithShape="0">
              <a:srgbClr val="0B2545">
                <a:alpha val="14000"/>
              </a:srgbClr>
            </a:outerShdw>
          </a:effectLst>
        </p:spPr>
        <p:txBody>
          <a:bodyPr/>
          <a:p>
            <a:pPr/>
            <a:endParaRPr/>
          </a:p>
        </p:txBody>
      </p:sp>
      <p:sp>
        <p:nvSpPr>
          <p:cNvPr id="413" name="" descr="{&quot;isTemplate&quot;:true,&quot;type&quot;:&quot;text&quot;}"/>
          <p:cNvSpPr txBox="1"/>
          <p:nvPr/>
        </p:nvSpPr>
        <p:spPr>
          <a:xfrm rot="0" flipH="0" flipV="0">
            <a:off x="1019175" y="1800225"/>
            <a:ext cx="9239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5FD3E8"/>
                </a:solidFill>
                <a:latin typeface="Microsoft YaHei"/>
                <a:ea typeface="Microsoft YaHei"/>
              </a:rPr>
              <a:t>主场景</a:t>
            </a:r>
            <a:r>
              <a:rPr lang="en-US" sz="1200" b="1">
                <a:solidFill>
                  <a:srgbClr val="5FD3E8"/>
                </a:solidFill>
                <a:latin typeface="Microsoft YaHei"/>
                <a:ea typeface="Microsoft YaHei"/>
              </a:rPr>
              <a:t> · </a:t>
            </a:r>
            <a:r>
              <a:rPr lang="zh-CN" sz="1200" b="1">
                <a:solidFill>
                  <a:srgbClr val="5FD3E8"/>
                </a:solidFill>
                <a:latin typeface="Microsoft YaHei"/>
                <a:ea typeface="Microsoft YaHei"/>
              </a:rPr>
              <a:t>讲透</a:t>
            </a:r>
            <a:endParaRPr/>
          </a:p>
        </p:txBody>
      </p:sp>
      <p:sp>
        <p:nvSpPr>
          <p:cNvPr id="414" name=""/>
          <p:cNvSpPr/>
          <p:nvPr/>
        </p:nvSpPr>
        <p:spPr>
          <a:xfrm rot="0" flipH="0" flipV="0">
            <a:off x="2200275" y="1895475"/>
            <a:ext cx="4429125" cy="9525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415" name="" descr="{&quot;isTemplate&quot;:true,&quot;type&quot;:&quot;text&quot;}"/>
          <p:cNvSpPr txBox="1"/>
          <p:nvPr/>
        </p:nvSpPr>
        <p:spPr>
          <a:xfrm rot="0" flipH="0" flipV="0">
            <a:off x="876300" y="2305050"/>
            <a:ext cx="5753100" cy="71437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3900" b="1">
                <a:solidFill>
                  <a:srgbClr val="FFFFFF"/>
                </a:solidFill>
                <a:latin typeface="Microsoft YaHei"/>
                <a:ea typeface="Microsoft YaHei"/>
              </a:rPr>
              <a:t>考试复习</a:t>
            </a:r>
            <a:endParaRPr/>
          </a:p>
        </p:txBody>
      </p:sp>
      <p:sp>
        <p:nvSpPr>
          <p:cNvPr id="416" name="" descr="{&quot;isTemplate&quot;:true,&quot;type&quot;:&quot;text&quot;}"/>
          <p:cNvSpPr txBox="1"/>
          <p:nvPr/>
        </p:nvSpPr>
        <p:spPr>
          <a:xfrm rot="0" flipH="0" flipV="0">
            <a:off x="876300" y="3133725"/>
            <a:ext cx="57531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FFFFFF">
                    <a:alpha val="66000"/>
                  </a:srgbClr>
                </a:solidFill>
                <a:latin typeface="Microsoft YaHei"/>
                <a:ea typeface="Microsoft YaHei"/>
              </a:rPr>
              <a:t>场景即路径的实例化</a:t>
            </a:r>
            <a:endParaRPr/>
          </a:p>
        </p:txBody>
      </p:sp>
      <p:sp>
        <p:nvSpPr>
          <p:cNvPr id="417" name=""/>
          <p:cNvSpPr/>
          <p:nvPr/>
        </p:nvSpPr>
        <p:spPr>
          <a:xfrm rot="0" flipH="0" flipV="0">
            <a:off x="876300" y="3609975"/>
            <a:ext cx="5753100" cy="9525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  <p:txBody>
          <a:bodyPr/>
          <a:p>
            <a:pPr/>
            <a:endParaRPr/>
          </a:p>
        </p:txBody>
      </p:sp>
      <p:pic>
        <p:nvPicPr>
          <p:cNvPr id="418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876300" y="4276725"/>
            <a:ext cx="2857500" cy="609600"/>
          </a:xfrm>
          <a:prstGeom prst="rect">
            <a:avLst/>
          </a:prstGeom>
          <a:ln/>
        </p:spPr>
      </p:pic>
      <p:sp>
        <p:nvSpPr>
          <p:cNvPr id="419" name="" descr="{&quot;isTemplate&quot;:true,&quot;type&quot;:&quot;text&quot;}"/>
          <p:cNvSpPr txBox="1"/>
          <p:nvPr/>
        </p:nvSpPr>
        <p:spPr>
          <a:xfrm rot="0" flipH="0" flipV="0">
            <a:off x="876300" y="5133975"/>
            <a:ext cx="57531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FFFFFF">
                    <a:alpha val="55000"/>
                  </a:srgbClr>
                </a:solidFill>
                <a:latin typeface="Microsoft YaHei"/>
                <a:ea typeface="Microsoft YaHei"/>
              </a:rPr>
              <a:t>场景内的路径实例化</a:t>
            </a:r>
            <a:endParaRPr/>
          </a:p>
        </p:txBody>
      </p:sp>
      <p:sp>
        <p:nvSpPr>
          <p:cNvPr id="420" name=""/>
          <p:cNvSpPr/>
          <p:nvPr/>
        </p:nvSpPr>
        <p:spPr>
          <a:xfrm rot="0" flipH="0" flipV="0">
            <a:off x="876300" y="5476875"/>
            <a:ext cx="876300" cy="542925"/>
          </a:xfrm>
          <a:prstGeom prst="roundRect">
            <a:avLst>
              <a:gd name="adj" fmla="val 17544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22000"/>
              </a:srgbClr>
            </a:solidFill>
            <a:prstDash val="solid"/>
          </a:ln>
          <a:effectLst>
            <a:outerShdw blurRad="101600" dist="38100" dir="5400000" sx="100000" sy="100000" kx="0" ky="0" algn="b" rotWithShape="0">
              <a:srgbClr val="0B2545">
                <a:alpha val="14000"/>
              </a:srgbClr>
            </a:outerShdw>
          </a:effectLst>
        </p:spPr>
        <p:txBody>
          <a:bodyPr/>
          <a:p>
            <a:pPr/>
            <a:endParaRPr/>
          </a:p>
        </p:txBody>
      </p:sp>
      <p:sp>
        <p:nvSpPr>
          <p:cNvPr id="421" name="" descr="{&quot;isTemplate&quot;:true,&quot;type&quot;:&quot;text&quot;}"/>
          <p:cNvSpPr txBox="1"/>
          <p:nvPr/>
        </p:nvSpPr>
        <p:spPr>
          <a:xfrm rot="0" flipH="0" flipV="0">
            <a:off x="1104900" y="5619750"/>
            <a:ext cx="4191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FFFFFF"/>
                </a:solidFill>
                <a:latin typeface="Microsoft YaHei"/>
                <a:ea typeface="Microsoft YaHei"/>
              </a:rPr>
              <a:t>薄弱</a:t>
            </a:r>
            <a:endParaRPr/>
          </a:p>
        </p:txBody>
      </p:sp>
      <p:pic>
        <p:nvPicPr>
          <p:cNvPr id="422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1885950" y="5648325"/>
            <a:ext cx="209550" cy="209550"/>
          </a:xfrm>
          <a:prstGeom prst="rect">
            <a:avLst/>
          </a:prstGeom>
          <a:ln/>
        </p:spPr>
      </p:pic>
      <p:sp>
        <p:nvSpPr>
          <p:cNvPr id="423" name=""/>
          <p:cNvSpPr/>
          <p:nvPr/>
        </p:nvSpPr>
        <p:spPr>
          <a:xfrm rot="0" flipH="0" flipV="0">
            <a:off x="2228850" y="5476875"/>
            <a:ext cx="2009775" cy="542925"/>
          </a:xfrm>
          <a:prstGeom prst="roundRect">
            <a:avLst>
              <a:gd name="adj" fmla="val 17544"/>
            </a:avLst>
          </a:prstGeom>
          <a:solidFill>
            <a:srgbClr val="5FD3E8"/>
          </a:solidFill>
          <a:ln/>
          <a:effectLst>
            <a:outerShdw blurRad="101600" dist="38100" dir="5400000" sx="100000" sy="100000" kx="0" ky="0" algn="b" rotWithShape="0">
              <a:srgbClr val="0B2545">
                <a:alpha val="14000"/>
              </a:srgbClr>
            </a:outerShdw>
          </a:effectLst>
        </p:spPr>
        <p:txBody>
          <a:bodyPr/>
          <a:p>
            <a:pPr/>
            <a:endParaRPr/>
          </a:p>
        </p:txBody>
      </p:sp>
      <p:sp>
        <p:nvSpPr>
          <p:cNvPr id="424" name="" descr="{&quot;isTemplate&quot;:true,&quot;type&quot;:&quot;text&quot;}"/>
          <p:cNvSpPr txBox="1"/>
          <p:nvPr/>
        </p:nvSpPr>
        <p:spPr>
          <a:xfrm rot="0" flipH="0" flipV="0">
            <a:off x="2476500" y="5619750"/>
            <a:ext cx="151447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0B2545"/>
                </a:solidFill>
                <a:latin typeface="Microsoft YaHei"/>
                <a:ea typeface="Microsoft YaHei"/>
              </a:rPr>
              <a:t>Planner Agent</a:t>
            </a:r>
            <a:endParaRPr/>
          </a:p>
        </p:txBody>
      </p:sp>
      <p:pic>
        <p:nvPicPr>
          <p:cNvPr id="425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4371975" y="5648325"/>
            <a:ext cx="209550" cy="209550"/>
          </a:xfrm>
          <a:prstGeom prst="rect">
            <a:avLst/>
          </a:prstGeom>
          <a:ln/>
        </p:spPr>
      </p:pic>
      <p:sp>
        <p:nvSpPr>
          <p:cNvPr id="426" name=""/>
          <p:cNvSpPr/>
          <p:nvPr/>
        </p:nvSpPr>
        <p:spPr>
          <a:xfrm rot="0" flipH="0" flipV="0">
            <a:off x="4714875" y="5476875"/>
            <a:ext cx="876300" cy="542925"/>
          </a:xfrm>
          <a:prstGeom prst="roundRect">
            <a:avLst>
              <a:gd name="adj" fmla="val 17544"/>
            </a:avLst>
          </a:prstGeom>
          <a:solidFill>
            <a:srgbClr val="5FD3E8">
              <a:alpha val="16000"/>
            </a:srgbClr>
          </a:solidFill>
          <a:ln w="12700">
            <a:solidFill>
              <a:srgbClr val="5FD3E8">
                <a:alpha val="50000"/>
              </a:srgbClr>
            </a:solidFill>
            <a:prstDash val="solid"/>
          </a:ln>
          <a:effectLst>
            <a:outerShdw blurRad="101600" dist="38100" dir="5400000" sx="100000" sy="100000" kx="0" ky="0" algn="b" rotWithShape="0">
              <a:srgbClr val="0B2545">
                <a:alpha val="14000"/>
              </a:srgbClr>
            </a:outerShdw>
          </a:effectLst>
        </p:spPr>
        <p:txBody>
          <a:bodyPr/>
          <a:p>
            <a:pPr/>
            <a:endParaRPr/>
          </a:p>
        </p:txBody>
      </p:sp>
      <p:sp>
        <p:nvSpPr>
          <p:cNvPr id="427" name="" descr="{&quot;isTemplate&quot;:true,&quot;type&quot;:&quot;text&quot;}"/>
          <p:cNvSpPr txBox="1"/>
          <p:nvPr/>
        </p:nvSpPr>
        <p:spPr>
          <a:xfrm rot="0" flipH="0" flipV="0">
            <a:off x="4943475" y="5619750"/>
            <a:ext cx="4191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5FD3E8"/>
                </a:solidFill>
                <a:latin typeface="Microsoft YaHei"/>
                <a:ea typeface="Microsoft YaHei"/>
              </a:rPr>
              <a:t>计划</a:t>
            </a:r>
            <a:endParaRPr/>
          </a:p>
        </p:txBody>
      </p:sp>
      <p:sp>
        <p:nvSpPr>
          <p:cNvPr id="428" name=""/>
          <p:cNvSpPr/>
          <p:nvPr/>
        </p:nvSpPr>
        <p:spPr>
          <a:xfrm rot="0" flipH="0" flipV="0">
            <a:off x="571500" y="6305550"/>
            <a:ext cx="6362700" cy="38100"/>
          </a:xfrm>
          <a:custGeom>
            <a:pathLst>
              <a:path w="668" h="4">
                <a:moveTo>
                  <a:pt x="662" y="0"/>
                </a:moveTo>
                <a:cubicBezTo>
                  <a:pt x="660" y="3"/>
                  <a:pt x="656" y="4"/>
                  <a:pt x="652" y="4"/>
                </a:cubicBezTo>
                <a:lnTo>
                  <a:pt x="16" y="4"/>
                </a:lnTo>
                <a:cubicBezTo>
                  <a:pt x="12" y="4"/>
                  <a:pt x="8" y="3"/>
                  <a:pt x="5" y="0"/>
                </a:cubicBezTo>
                <a:lnTo>
                  <a:pt x="663" y="0"/>
                </a:lnTo>
                <a:close/>
              </a:path>
            </a:pathLst>
          </a:custGeom>
          <a:solidFill>
            <a:srgbClr val="5FD3E8">
              <a:alpha val="35000"/>
            </a:srgbClr>
          </a:solidFill>
          <a:ln/>
        </p:spPr>
        <p:txBody>
          <a:bodyPr/>
          <a:p>
            <a:pPr/>
            <a:endParaRPr/>
          </a:p>
        </p:txBody>
      </p:sp>
    </p:spTree>
  </p:cSld>
</p:sld>
</file>

<file path=ppt/slides/slide9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42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B2545"/>
          </a:solidFill>
          <a:ln/>
        </p:spPr>
        <p:txBody>
          <a:bodyPr/>
          <a:p>
            <a:pPr/>
            <a:endParaRPr/>
          </a:p>
        </p:txBody>
      </p:sp>
      <p:sp>
        <p:nvSpPr>
          <p:cNvPr id="43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B2545"/>
              </a:gs>
              <a:gs pos="55000">
                <a:srgbClr val="103A5C"/>
              </a:gs>
              <a:gs pos="100000">
                <a:srgbClr val="0E7490"/>
              </a:gs>
            </a:gsLst>
            <a:lin ang="2700000" scaled="1"/>
          </a:gradFill>
          <a:ln/>
        </p:spPr>
        <p:txBody>
          <a:bodyPr/>
          <a:p>
            <a:pPr/>
            <a:endParaRPr/>
          </a:p>
        </p:txBody>
      </p:sp>
      <p:sp>
        <p:nvSpPr>
          <p:cNvPr id="432" name=""/>
          <p:cNvSpPr/>
          <p:nvPr/>
        </p:nvSpPr>
        <p:spPr>
          <a:xfrm rot="0" flipH="0" flipV="0">
            <a:off x="7048500" y="-2667000"/>
            <a:ext cx="7239000" cy="7239000"/>
          </a:xfrm>
          <a:custGeom>
            <a:pathLst>
              <a:path w="760" h="760">
                <a:moveTo>
                  <a:pt x="540" y="725"/>
                </a:moveTo>
                <a:lnTo>
                  <a:pt x="536" y="726"/>
                </a:lnTo>
                <a:lnTo>
                  <a:pt x="528" y="730"/>
                </a:lnTo>
                <a:lnTo>
                  <a:pt x="519" y="734"/>
                </a:lnTo>
                <a:lnTo>
                  <a:pt x="511" y="737"/>
                </a:lnTo>
                <a:lnTo>
                  <a:pt x="502" y="740"/>
                </a:lnTo>
                <a:lnTo>
                  <a:pt x="493" y="743"/>
                </a:lnTo>
                <a:lnTo>
                  <a:pt x="484" y="746"/>
                </a:lnTo>
                <a:lnTo>
                  <a:pt x="475" y="748"/>
                </a:lnTo>
                <a:lnTo>
                  <a:pt x="466" y="750"/>
                </a:lnTo>
                <a:lnTo>
                  <a:pt x="457" y="752"/>
                </a:lnTo>
                <a:lnTo>
                  <a:pt x="447" y="754"/>
                </a:lnTo>
                <a:lnTo>
                  <a:pt x="438" y="756"/>
                </a:lnTo>
                <a:lnTo>
                  <a:pt x="428" y="757"/>
                </a:lnTo>
                <a:lnTo>
                  <a:pt x="419" y="758"/>
                </a:lnTo>
                <a:lnTo>
                  <a:pt x="409" y="759"/>
                </a:lnTo>
                <a:lnTo>
                  <a:pt x="400" y="760"/>
                </a:lnTo>
                <a:lnTo>
                  <a:pt x="390" y="760"/>
                </a:lnTo>
                <a:lnTo>
                  <a:pt x="380" y="760"/>
                </a:lnTo>
                <a:lnTo>
                  <a:pt x="370" y="760"/>
                </a:lnTo>
                <a:lnTo>
                  <a:pt x="360" y="760"/>
                </a:lnTo>
                <a:lnTo>
                  <a:pt x="351" y="759"/>
                </a:lnTo>
                <a:lnTo>
                  <a:pt x="341" y="758"/>
                </a:lnTo>
                <a:lnTo>
                  <a:pt x="332" y="757"/>
                </a:lnTo>
                <a:lnTo>
                  <a:pt x="322" y="756"/>
                </a:lnTo>
                <a:lnTo>
                  <a:pt x="313" y="754"/>
                </a:lnTo>
                <a:lnTo>
                  <a:pt x="303" y="752"/>
                </a:lnTo>
                <a:lnTo>
                  <a:pt x="294" y="750"/>
                </a:lnTo>
                <a:lnTo>
                  <a:pt x="285" y="748"/>
                </a:lnTo>
                <a:lnTo>
                  <a:pt x="276" y="746"/>
                </a:lnTo>
                <a:lnTo>
                  <a:pt x="267" y="743"/>
                </a:lnTo>
                <a:lnTo>
                  <a:pt x="258" y="740"/>
                </a:lnTo>
                <a:lnTo>
                  <a:pt x="249" y="737"/>
                </a:lnTo>
                <a:lnTo>
                  <a:pt x="241" y="734"/>
                </a:lnTo>
                <a:lnTo>
                  <a:pt x="232" y="730"/>
                </a:lnTo>
                <a:lnTo>
                  <a:pt x="224" y="726"/>
                </a:lnTo>
                <a:lnTo>
                  <a:pt x="215" y="723"/>
                </a:lnTo>
                <a:lnTo>
                  <a:pt x="207" y="718"/>
                </a:lnTo>
                <a:lnTo>
                  <a:pt x="199" y="714"/>
                </a:lnTo>
                <a:lnTo>
                  <a:pt x="191" y="710"/>
                </a:lnTo>
                <a:lnTo>
                  <a:pt x="183" y="705"/>
                </a:lnTo>
                <a:lnTo>
                  <a:pt x="175" y="700"/>
                </a:lnTo>
                <a:lnTo>
                  <a:pt x="168" y="695"/>
                </a:lnTo>
                <a:lnTo>
                  <a:pt x="160" y="690"/>
                </a:lnTo>
                <a:lnTo>
                  <a:pt x="153" y="684"/>
                </a:lnTo>
                <a:lnTo>
                  <a:pt x="145" y="679"/>
                </a:lnTo>
                <a:lnTo>
                  <a:pt x="138" y="673"/>
                </a:lnTo>
                <a:lnTo>
                  <a:pt x="131" y="667"/>
                </a:lnTo>
                <a:lnTo>
                  <a:pt x="125" y="661"/>
                </a:lnTo>
                <a:lnTo>
                  <a:pt x="118" y="655"/>
                </a:lnTo>
                <a:lnTo>
                  <a:pt x="111" y="649"/>
                </a:lnTo>
                <a:lnTo>
                  <a:pt x="105" y="642"/>
                </a:lnTo>
                <a:lnTo>
                  <a:pt x="99" y="635"/>
                </a:lnTo>
                <a:lnTo>
                  <a:pt x="93" y="629"/>
                </a:lnTo>
                <a:lnTo>
                  <a:pt x="87" y="622"/>
                </a:lnTo>
                <a:lnTo>
                  <a:pt x="81" y="615"/>
                </a:lnTo>
                <a:lnTo>
                  <a:pt x="76" y="607"/>
                </a:lnTo>
                <a:lnTo>
                  <a:pt x="70" y="600"/>
                </a:lnTo>
                <a:lnTo>
                  <a:pt x="65" y="592"/>
                </a:lnTo>
                <a:lnTo>
                  <a:pt x="60" y="585"/>
                </a:lnTo>
                <a:lnTo>
                  <a:pt x="55" y="577"/>
                </a:lnTo>
                <a:lnTo>
                  <a:pt x="50" y="569"/>
                </a:lnTo>
                <a:lnTo>
                  <a:pt x="46" y="561"/>
                </a:lnTo>
                <a:lnTo>
                  <a:pt x="42" y="553"/>
                </a:lnTo>
                <a:lnTo>
                  <a:pt x="37" y="545"/>
                </a:lnTo>
                <a:lnTo>
                  <a:pt x="34" y="536"/>
                </a:lnTo>
                <a:lnTo>
                  <a:pt x="30" y="528"/>
                </a:lnTo>
                <a:lnTo>
                  <a:pt x="26" y="519"/>
                </a:lnTo>
                <a:lnTo>
                  <a:pt x="23" y="511"/>
                </a:lnTo>
                <a:lnTo>
                  <a:pt x="20" y="502"/>
                </a:lnTo>
                <a:lnTo>
                  <a:pt x="17" y="493"/>
                </a:lnTo>
                <a:lnTo>
                  <a:pt x="14" y="484"/>
                </a:lnTo>
                <a:lnTo>
                  <a:pt x="12" y="475"/>
                </a:lnTo>
                <a:lnTo>
                  <a:pt x="10" y="466"/>
                </a:lnTo>
                <a:lnTo>
                  <a:pt x="8" y="457"/>
                </a:lnTo>
                <a:lnTo>
                  <a:pt x="6" y="447"/>
                </a:lnTo>
                <a:lnTo>
                  <a:pt x="4" y="438"/>
                </a:lnTo>
                <a:lnTo>
                  <a:pt x="3" y="428"/>
                </a:lnTo>
                <a:lnTo>
                  <a:pt x="2" y="419"/>
                </a:lnTo>
                <a:lnTo>
                  <a:pt x="1" y="409"/>
                </a:lnTo>
                <a:lnTo>
                  <a:pt x="0" y="400"/>
                </a:lnTo>
                <a:lnTo>
                  <a:pt x="0" y="390"/>
                </a:lnTo>
                <a:lnTo>
                  <a:pt x="0" y="380"/>
                </a:lnTo>
                <a:lnTo>
                  <a:pt x="0" y="370"/>
                </a:lnTo>
                <a:lnTo>
                  <a:pt x="0" y="360"/>
                </a:lnTo>
                <a:lnTo>
                  <a:pt x="1" y="351"/>
                </a:lnTo>
                <a:lnTo>
                  <a:pt x="2" y="341"/>
                </a:lnTo>
                <a:lnTo>
                  <a:pt x="3" y="332"/>
                </a:lnTo>
                <a:lnTo>
                  <a:pt x="4" y="322"/>
                </a:lnTo>
                <a:lnTo>
                  <a:pt x="6" y="313"/>
                </a:lnTo>
                <a:lnTo>
                  <a:pt x="8" y="303"/>
                </a:lnTo>
                <a:lnTo>
                  <a:pt x="10" y="294"/>
                </a:lnTo>
                <a:lnTo>
                  <a:pt x="12" y="285"/>
                </a:lnTo>
                <a:lnTo>
                  <a:pt x="13" y="280"/>
                </a:lnTo>
                <a:lnTo>
                  <a:pt x="540" y="280"/>
                </a:lnTo>
                <a:close/>
              </a:path>
            </a:pathLst>
          </a:custGeom>
          <a:solidFill>
            <a:srgbClr val="5FD3E8">
              <a:alpha val="12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433" name=""/>
          <p:cNvSpPr/>
          <p:nvPr/>
        </p:nvSpPr>
        <p:spPr>
          <a:xfrm rot="0" flipH="0" flipV="0">
            <a:off x="-1905000" y="3619500"/>
            <a:ext cx="6667500" cy="6667500"/>
          </a:xfrm>
          <a:custGeom>
            <a:pathLst>
              <a:path w="700" h="700">
                <a:moveTo>
                  <a:pt x="359" y="0"/>
                </a:moveTo>
                <a:lnTo>
                  <a:pt x="368" y="0"/>
                </a:lnTo>
                <a:lnTo>
                  <a:pt x="377" y="1"/>
                </a:lnTo>
                <a:lnTo>
                  <a:pt x="386" y="2"/>
                </a:lnTo>
                <a:lnTo>
                  <a:pt x="395" y="3"/>
                </a:lnTo>
                <a:lnTo>
                  <a:pt x="403" y="4"/>
                </a:lnTo>
                <a:lnTo>
                  <a:pt x="412" y="5"/>
                </a:lnTo>
                <a:lnTo>
                  <a:pt x="421" y="7"/>
                </a:lnTo>
                <a:lnTo>
                  <a:pt x="429" y="9"/>
                </a:lnTo>
                <a:lnTo>
                  <a:pt x="437" y="11"/>
                </a:lnTo>
                <a:lnTo>
                  <a:pt x="446" y="13"/>
                </a:lnTo>
                <a:lnTo>
                  <a:pt x="454" y="16"/>
                </a:lnTo>
                <a:lnTo>
                  <a:pt x="462" y="18"/>
                </a:lnTo>
                <a:lnTo>
                  <a:pt x="470" y="21"/>
                </a:lnTo>
                <a:lnTo>
                  <a:pt x="478" y="24"/>
                </a:lnTo>
                <a:lnTo>
                  <a:pt x="486" y="28"/>
                </a:lnTo>
                <a:lnTo>
                  <a:pt x="494" y="31"/>
                </a:lnTo>
                <a:lnTo>
                  <a:pt x="502" y="35"/>
                </a:lnTo>
                <a:lnTo>
                  <a:pt x="509" y="38"/>
                </a:lnTo>
                <a:lnTo>
                  <a:pt x="517" y="42"/>
                </a:lnTo>
                <a:lnTo>
                  <a:pt x="524" y="46"/>
                </a:lnTo>
                <a:lnTo>
                  <a:pt x="531" y="51"/>
                </a:lnTo>
                <a:lnTo>
                  <a:pt x="539" y="55"/>
                </a:lnTo>
                <a:lnTo>
                  <a:pt x="546" y="60"/>
                </a:lnTo>
                <a:lnTo>
                  <a:pt x="553" y="65"/>
                </a:lnTo>
                <a:lnTo>
                  <a:pt x="559" y="70"/>
                </a:lnTo>
                <a:lnTo>
                  <a:pt x="566" y="75"/>
                </a:lnTo>
                <a:lnTo>
                  <a:pt x="573" y="80"/>
                </a:lnTo>
                <a:lnTo>
                  <a:pt x="579" y="85"/>
                </a:lnTo>
                <a:lnTo>
                  <a:pt x="585" y="91"/>
                </a:lnTo>
                <a:lnTo>
                  <a:pt x="591" y="97"/>
                </a:lnTo>
                <a:lnTo>
                  <a:pt x="597" y="103"/>
                </a:lnTo>
                <a:lnTo>
                  <a:pt x="603" y="109"/>
                </a:lnTo>
                <a:lnTo>
                  <a:pt x="609" y="115"/>
                </a:lnTo>
                <a:lnTo>
                  <a:pt x="615" y="121"/>
                </a:lnTo>
                <a:lnTo>
                  <a:pt x="620" y="127"/>
                </a:lnTo>
                <a:lnTo>
                  <a:pt x="625" y="134"/>
                </a:lnTo>
                <a:lnTo>
                  <a:pt x="630" y="141"/>
                </a:lnTo>
                <a:lnTo>
                  <a:pt x="635" y="147"/>
                </a:lnTo>
                <a:lnTo>
                  <a:pt x="640" y="154"/>
                </a:lnTo>
                <a:lnTo>
                  <a:pt x="645" y="161"/>
                </a:lnTo>
                <a:lnTo>
                  <a:pt x="649" y="169"/>
                </a:lnTo>
                <a:lnTo>
                  <a:pt x="654" y="176"/>
                </a:lnTo>
                <a:lnTo>
                  <a:pt x="658" y="183"/>
                </a:lnTo>
                <a:lnTo>
                  <a:pt x="662" y="191"/>
                </a:lnTo>
                <a:lnTo>
                  <a:pt x="665" y="198"/>
                </a:lnTo>
                <a:lnTo>
                  <a:pt x="669" y="206"/>
                </a:lnTo>
                <a:lnTo>
                  <a:pt x="672" y="214"/>
                </a:lnTo>
                <a:lnTo>
                  <a:pt x="676" y="222"/>
                </a:lnTo>
                <a:lnTo>
                  <a:pt x="679" y="230"/>
                </a:lnTo>
                <a:lnTo>
                  <a:pt x="682" y="238"/>
                </a:lnTo>
                <a:lnTo>
                  <a:pt x="684" y="246"/>
                </a:lnTo>
                <a:lnTo>
                  <a:pt x="687" y="254"/>
                </a:lnTo>
                <a:lnTo>
                  <a:pt x="689" y="263"/>
                </a:lnTo>
                <a:lnTo>
                  <a:pt x="691" y="271"/>
                </a:lnTo>
                <a:lnTo>
                  <a:pt x="693" y="280"/>
                </a:lnTo>
                <a:lnTo>
                  <a:pt x="695" y="288"/>
                </a:lnTo>
                <a:lnTo>
                  <a:pt x="696" y="297"/>
                </a:lnTo>
                <a:lnTo>
                  <a:pt x="697" y="305"/>
                </a:lnTo>
                <a:lnTo>
                  <a:pt x="698" y="314"/>
                </a:lnTo>
                <a:lnTo>
                  <a:pt x="699" y="323"/>
                </a:lnTo>
                <a:lnTo>
                  <a:pt x="700" y="332"/>
                </a:lnTo>
                <a:lnTo>
                  <a:pt x="700" y="340"/>
                </a:lnTo>
                <a:lnTo>
                  <a:pt x="200" y="340"/>
                </a:lnTo>
                <a:lnTo>
                  <a:pt x="200" y="34"/>
                </a:lnTo>
                <a:lnTo>
                  <a:pt x="206" y="31"/>
                </a:lnTo>
                <a:lnTo>
                  <a:pt x="214" y="28"/>
                </a:lnTo>
                <a:lnTo>
                  <a:pt x="222" y="24"/>
                </a:lnTo>
                <a:lnTo>
                  <a:pt x="230" y="21"/>
                </a:lnTo>
                <a:lnTo>
                  <a:pt x="238" y="18"/>
                </a:lnTo>
                <a:lnTo>
                  <a:pt x="246" y="16"/>
                </a:lnTo>
                <a:lnTo>
                  <a:pt x="254" y="13"/>
                </a:lnTo>
                <a:lnTo>
                  <a:pt x="263" y="11"/>
                </a:lnTo>
                <a:lnTo>
                  <a:pt x="271" y="9"/>
                </a:lnTo>
                <a:lnTo>
                  <a:pt x="280" y="7"/>
                </a:lnTo>
                <a:lnTo>
                  <a:pt x="288" y="5"/>
                </a:lnTo>
                <a:lnTo>
                  <a:pt x="297" y="4"/>
                </a:lnTo>
                <a:lnTo>
                  <a:pt x="305" y="3"/>
                </a:lnTo>
                <a:lnTo>
                  <a:pt x="314" y="2"/>
                </a:lnTo>
                <a:lnTo>
                  <a:pt x="323" y="1"/>
                </a:lnTo>
                <a:lnTo>
                  <a:pt x="332" y="0"/>
                </a:lnTo>
                <a:lnTo>
                  <a:pt x="341" y="0"/>
                </a:lnTo>
                <a:lnTo>
                  <a:pt x="350" y="0"/>
                </a:lnTo>
                <a:close/>
              </a:path>
            </a:pathLst>
          </a:custGeom>
          <a:solidFill>
            <a:srgbClr val="FFFFFF">
              <a:alpha val="5000"/>
            </a:srgbClr>
          </a:solidFill>
          <a:ln/>
        </p:spPr>
        <p:txBody>
          <a:bodyPr/>
          <a:p>
            <a:pPr/>
            <a:endParaRPr/>
          </a:p>
        </p:txBody>
      </p:sp>
      <p:pic>
        <p:nvPicPr>
          <p:cNvPr id="434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  <p:sp>
        <p:nvSpPr>
          <p:cNvPr id="435" name=""/>
          <p:cNvSpPr/>
          <p:nvPr/>
        </p:nvSpPr>
        <p:spPr>
          <a:xfrm rot="0" flipH="0" flipV="0">
            <a:off x="609600" y="647700"/>
            <a:ext cx="247650" cy="28575"/>
          </a:xfrm>
          <a:prstGeom prst="roundRect">
            <a:avLst>
              <a:gd name="adj" fmla="val 66667"/>
            </a:avLst>
          </a:prstGeom>
          <a:solidFill>
            <a:srgbClr val="5FD3E8"/>
          </a:solidFill>
          <a:ln/>
        </p:spPr>
        <p:txBody>
          <a:bodyPr/>
          <a:p>
            <a:pPr/>
            <a:endParaRPr/>
          </a:p>
        </p:txBody>
      </p:sp>
      <p:sp>
        <p:nvSpPr>
          <p:cNvPr id="436" name="" descr="{&quot;isTemplate&quot;:true,&quot;type&quot;:&quot;text&quot;}"/>
          <p:cNvSpPr txBox="1"/>
          <p:nvPr/>
        </p:nvSpPr>
        <p:spPr>
          <a:xfrm rot="0" flipH="0" flipV="0">
            <a:off x="971550" y="571500"/>
            <a:ext cx="21050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 spc="188">
                <a:solidFill>
                  <a:srgbClr val="5FD3E8"/>
                </a:solidFill>
                <a:latin typeface="Microsoft YaHei"/>
                <a:ea typeface="Microsoft YaHei"/>
              </a:rPr>
              <a:t>总结</a:t>
            </a:r>
            <a:r>
              <a:rPr lang="en-US" sz="1125" b="1" spc="188">
                <a:solidFill>
                  <a:srgbClr val="5FD3E8"/>
                </a:solidFill>
                <a:latin typeface="Microsoft YaHei"/>
                <a:ea typeface="Microsoft YaHei"/>
              </a:rPr>
              <a:t> · CONTRIBUTIONS</a:t>
            </a:r>
            <a:endParaRPr/>
          </a:p>
        </p:txBody>
      </p:sp>
      <p:sp>
        <p:nvSpPr>
          <p:cNvPr id="437" name="" descr="{&quot;isTemplate&quot;:true,&quot;type&quot;:&quot;text&quot;}"/>
          <p:cNvSpPr txBox="1"/>
          <p:nvPr/>
        </p:nvSpPr>
        <p:spPr>
          <a:xfrm rot="0" flipH="0" flipV="0">
            <a:off x="609600" y="895350"/>
            <a:ext cx="10972800" cy="762000"/>
          </a:xfrm>
          <a:prstGeom prst="rect"/>
        </p:spPr>
        <p:txBody>
          <a:bodyPr wrap="none" lIns="0" tIns="0" rIns="0" bIns="0"/>
          <a:p>
            <a:pPr>
              <a:lnSpc>
                <a:spcPct val="118000"/>
              </a:lnSpc>
            </a:pPr>
            <a:r>
              <a:rPr lang="en-US" sz="4200" b="1" spc="-37">
                <a:solidFill>
                  <a:srgbClr val="FFFFFF"/>
                </a:solidFill>
                <a:latin typeface="Microsoft YaHei"/>
                <a:ea typeface="Microsoft YaHei"/>
              </a:rPr>
              <a:t>CampusMateAI </a:t>
            </a:r>
            <a:r>
              <a:rPr lang="zh-CN" sz="4200" b="1" spc="-37">
                <a:solidFill>
                  <a:srgbClr val="FFFFFF"/>
                </a:solidFill>
                <a:latin typeface="Microsoft YaHei"/>
                <a:ea typeface="Microsoft YaHei"/>
              </a:rPr>
              <a:t>的核心贡献</a:t>
            </a:r>
            <a:endParaRPr/>
          </a:p>
        </p:txBody>
      </p:sp>
      <p:sp>
        <p:nvSpPr>
          <p:cNvPr id="438" name=""/>
          <p:cNvSpPr/>
          <p:nvPr/>
        </p:nvSpPr>
        <p:spPr>
          <a:xfrm rot="0" flipH="0" flipV="0">
            <a:off x="609600" y="1981200"/>
            <a:ext cx="3514725" cy="3105150"/>
          </a:xfrm>
          <a:prstGeom prst="roundRect">
            <a:avLst>
              <a:gd name="adj" fmla="val 4294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16000"/>
              </a:srgbClr>
            </a:solidFill>
            <a:prstDash val="solid"/>
          </a:ln>
          <a:effectLst>
            <a:outerShdw blurRad="101600" dist="38100" dir="5400000" sx="100000" sy="100000" kx="0" ky="0" algn="b" rotWithShape="0">
              <a:srgbClr val="0B2545">
                <a:alpha val="14000"/>
              </a:srgbClr>
            </a:outerShdw>
          </a:effectLst>
        </p:spPr>
        <p:txBody>
          <a:bodyPr/>
          <a:p>
            <a:pPr/>
            <a:endParaRPr/>
          </a:p>
        </p:txBody>
      </p:sp>
      <p:sp>
        <p:nvSpPr>
          <p:cNvPr id="439" name="" descr="{&quot;isTemplate&quot;:true,&quot;type&quot;:&quot;text&quot;}"/>
          <p:cNvSpPr txBox="1"/>
          <p:nvPr/>
        </p:nvSpPr>
        <p:spPr>
          <a:xfrm rot="0" flipH="0" flipV="0">
            <a:off x="857250" y="2247900"/>
            <a:ext cx="3019425" cy="8286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5400" b="1" spc="-225">
                <a:solidFill>
                  <a:srgbClr val="5FD3E8">
                    <a:alpha val="40000"/>
                  </a:srgbClr>
                </a:solidFill>
                <a:latin typeface="Microsoft YaHei"/>
                <a:ea typeface="Microsoft YaHei"/>
              </a:rPr>
              <a:t>01</a:t>
            </a:r>
            <a:endParaRPr/>
          </a:p>
        </p:txBody>
      </p:sp>
      <p:sp>
        <p:nvSpPr>
          <p:cNvPr id="440" name="" descr="{&quot;isTemplate&quot;:true,&quot;type&quot;:&quot;text&quot;}"/>
          <p:cNvSpPr txBox="1"/>
          <p:nvPr/>
        </p:nvSpPr>
        <p:spPr>
          <a:xfrm rot="0" flipH="0" flipV="0">
            <a:off x="857250" y="3286125"/>
            <a:ext cx="3019425" cy="409575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1950" b="1">
                <a:solidFill>
                  <a:srgbClr val="FFFFFF"/>
                </a:solidFill>
                <a:latin typeface="Microsoft YaHei"/>
                <a:ea typeface="Microsoft YaHei"/>
              </a:rPr>
              <a:t>提出课程智能空间</a:t>
            </a:r>
            <a:endParaRPr/>
          </a:p>
        </p:txBody>
      </p:sp>
      <p:sp>
        <p:nvSpPr>
          <p:cNvPr id="441" name="" descr="{&quot;isTemplate&quot;:true,&quot;type&quot;:&quot;text&quot;}"/>
          <p:cNvSpPr txBox="1"/>
          <p:nvPr/>
        </p:nvSpPr>
        <p:spPr>
          <a:xfrm rot="0" flipH="0" flipV="0">
            <a:off x="857250" y="3829050"/>
            <a:ext cx="3019425" cy="3714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500">
                <a:solidFill>
                  <a:srgbClr val="FFFFFF">
                    <a:alpha val="72000"/>
                  </a:srgbClr>
                </a:solidFill>
                <a:latin typeface="Microsoft YaHei"/>
                <a:ea typeface="Microsoft YaHei"/>
              </a:rPr>
              <a:t>实现课程上下文统一组织</a:t>
            </a:r>
            <a:endParaRPr/>
          </a:p>
        </p:txBody>
      </p:sp>
      <p:sp>
        <p:nvSpPr>
          <p:cNvPr id="442" name=""/>
          <p:cNvSpPr/>
          <p:nvPr/>
        </p:nvSpPr>
        <p:spPr>
          <a:xfrm rot="0" flipH="0" flipV="0">
            <a:off x="857250" y="4781550"/>
            <a:ext cx="457200" cy="38100"/>
          </a:xfrm>
          <a:prstGeom prst="roundRect">
            <a:avLst>
              <a:gd name="adj" fmla="val 50000"/>
            </a:avLst>
          </a:prstGeom>
          <a:solidFill>
            <a:srgbClr val="5FD3E8"/>
          </a:solidFill>
          <a:ln/>
        </p:spPr>
        <p:txBody>
          <a:bodyPr/>
          <a:p>
            <a:pPr/>
            <a:endParaRPr/>
          </a:p>
        </p:txBody>
      </p:sp>
      <p:sp>
        <p:nvSpPr>
          <p:cNvPr id="443" name=""/>
          <p:cNvSpPr/>
          <p:nvPr/>
        </p:nvSpPr>
        <p:spPr>
          <a:xfrm rot="0" flipH="0" flipV="0">
            <a:off x="4333875" y="1981200"/>
            <a:ext cx="3524250" cy="3105150"/>
          </a:xfrm>
          <a:prstGeom prst="roundRect">
            <a:avLst>
              <a:gd name="adj" fmla="val 4294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16000"/>
              </a:srgbClr>
            </a:solidFill>
            <a:prstDash val="solid"/>
          </a:ln>
          <a:effectLst>
            <a:outerShdw blurRad="101600" dist="38100" dir="5400000" sx="100000" sy="100000" kx="0" ky="0" algn="b" rotWithShape="0">
              <a:srgbClr val="0B2545">
                <a:alpha val="14000"/>
              </a:srgbClr>
            </a:outerShdw>
          </a:effectLst>
        </p:spPr>
        <p:txBody>
          <a:bodyPr/>
          <a:p>
            <a:pPr/>
            <a:endParaRPr/>
          </a:p>
        </p:txBody>
      </p:sp>
      <p:sp>
        <p:nvSpPr>
          <p:cNvPr id="444" name="" descr="{&quot;isTemplate&quot;:true,&quot;type&quot;:&quot;text&quot;}"/>
          <p:cNvSpPr txBox="1"/>
          <p:nvPr/>
        </p:nvSpPr>
        <p:spPr>
          <a:xfrm rot="0" flipH="0" flipV="0">
            <a:off x="4581525" y="2247900"/>
            <a:ext cx="3028950" cy="8286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5400" b="1" spc="-225">
                <a:solidFill>
                  <a:srgbClr val="5FD3E8">
                    <a:alpha val="40000"/>
                  </a:srgbClr>
                </a:solidFill>
                <a:latin typeface="Microsoft YaHei"/>
                <a:ea typeface="Microsoft YaHei"/>
              </a:rPr>
              <a:t>02</a:t>
            </a:r>
            <a:endParaRPr/>
          </a:p>
        </p:txBody>
      </p:sp>
      <p:sp>
        <p:nvSpPr>
          <p:cNvPr id="445" name="" descr="{&quot;isTemplate&quot;:true,&quot;type&quot;:&quot;text&quot;}"/>
          <p:cNvSpPr txBox="1"/>
          <p:nvPr/>
        </p:nvSpPr>
        <p:spPr>
          <a:xfrm rot="0" flipH="0" flipV="0">
            <a:off x="4581525" y="3286125"/>
            <a:ext cx="3028950" cy="409575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1950" b="1">
                <a:solidFill>
                  <a:srgbClr val="FFFFFF"/>
                </a:solidFill>
                <a:latin typeface="Microsoft YaHei"/>
                <a:ea typeface="Microsoft YaHei"/>
              </a:rPr>
              <a:t>构建学生世界模型</a:t>
            </a:r>
            <a:endParaRPr/>
          </a:p>
        </p:txBody>
      </p:sp>
      <p:sp>
        <p:nvSpPr>
          <p:cNvPr id="446" name="" descr="{&quot;isTemplate&quot;:true,&quot;type&quot;:&quot;text&quot;}"/>
          <p:cNvSpPr txBox="1"/>
          <p:nvPr/>
        </p:nvSpPr>
        <p:spPr>
          <a:xfrm rot="0" flipH="0" flipV="0">
            <a:off x="4581525" y="3829050"/>
            <a:ext cx="3028950" cy="3714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500">
                <a:solidFill>
                  <a:srgbClr val="FFFFFF">
                    <a:alpha val="72000"/>
                  </a:srgbClr>
                </a:solidFill>
                <a:latin typeface="Microsoft YaHei"/>
                <a:ea typeface="Microsoft YaHei"/>
              </a:rPr>
              <a:t>实现状态的可解释表示</a:t>
            </a:r>
            <a:endParaRPr/>
          </a:p>
        </p:txBody>
      </p:sp>
      <p:sp>
        <p:nvSpPr>
          <p:cNvPr id="447" name=""/>
          <p:cNvSpPr/>
          <p:nvPr/>
        </p:nvSpPr>
        <p:spPr>
          <a:xfrm rot="0" flipH="0" flipV="0">
            <a:off x="4581525" y="4781550"/>
            <a:ext cx="457200" cy="38100"/>
          </a:xfrm>
          <a:prstGeom prst="roundRect">
            <a:avLst>
              <a:gd name="adj" fmla="val 50000"/>
            </a:avLst>
          </a:prstGeom>
          <a:solidFill>
            <a:srgbClr val="5FD3E8"/>
          </a:solidFill>
          <a:ln/>
        </p:spPr>
        <p:txBody>
          <a:bodyPr/>
          <a:p>
            <a:pPr/>
            <a:endParaRPr/>
          </a:p>
        </p:txBody>
      </p:sp>
      <p:sp>
        <p:nvSpPr>
          <p:cNvPr id="448" name=""/>
          <p:cNvSpPr/>
          <p:nvPr/>
        </p:nvSpPr>
        <p:spPr>
          <a:xfrm rot="0" flipH="0" flipV="0">
            <a:off x="8067675" y="1981200"/>
            <a:ext cx="3514725" cy="3105150"/>
          </a:xfrm>
          <a:prstGeom prst="roundRect">
            <a:avLst>
              <a:gd name="adj" fmla="val 4294"/>
            </a:avLst>
          </a:prstGeom>
          <a:solidFill>
            <a:srgbClr val="5FD3E8">
              <a:alpha val="14000"/>
            </a:srgbClr>
          </a:solidFill>
          <a:ln w="12700">
            <a:solidFill>
              <a:srgbClr val="5FD3E8">
                <a:alpha val="50000"/>
              </a:srgbClr>
            </a:solidFill>
            <a:prstDash val="solid"/>
          </a:ln>
          <a:effectLst>
            <a:outerShdw blurRad="101600" dist="38100" dir="5400000" sx="100000" sy="100000" kx="0" ky="0" algn="b" rotWithShape="0">
              <a:srgbClr val="0B2545">
                <a:alpha val="14000"/>
              </a:srgbClr>
            </a:outerShdw>
          </a:effectLst>
        </p:spPr>
        <p:txBody>
          <a:bodyPr/>
          <a:p>
            <a:pPr/>
            <a:endParaRPr/>
          </a:p>
        </p:txBody>
      </p:sp>
      <p:sp>
        <p:nvSpPr>
          <p:cNvPr id="449" name="" descr="{&quot;isTemplate&quot;:true,&quot;type&quot;:&quot;text&quot;}"/>
          <p:cNvSpPr txBox="1"/>
          <p:nvPr/>
        </p:nvSpPr>
        <p:spPr>
          <a:xfrm rot="0" flipH="0" flipV="0">
            <a:off x="8315325" y="2247900"/>
            <a:ext cx="3019425" cy="8286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5400" b="1" spc="-225">
                <a:solidFill>
                  <a:srgbClr val="5FD3E8">
                    <a:alpha val="55000"/>
                  </a:srgbClr>
                </a:solidFill>
                <a:latin typeface="Microsoft YaHei"/>
                <a:ea typeface="Microsoft YaHei"/>
              </a:rPr>
              <a:t>03</a:t>
            </a:r>
            <a:endParaRPr/>
          </a:p>
        </p:txBody>
      </p:sp>
      <p:sp>
        <p:nvSpPr>
          <p:cNvPr id="450" name="" descr="{&quot;isTemplate&quot;:true,&quot;type&quot;:&quot;text&quot;}"/>
          <p:cNvSpPr txBox="1"/>
          <p:nvPr/>
        </p:nvSpPr>
        <p:spPr>
          <a:xfrm rot="0" flipH="0" flipV="0">
            <a:off x="8315325" y="3286125"/>
            <a:ext cx="3019425" cy="409575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1950" b="1">
                <a:solidFill>
                  <a:srgbClr val="FFFFFF"/>
                </a:solidFill>
                <a:latin typeface="Microsoft YaHei"/>
                <a:ea typeface="Microsoft YaHei"/>
              </a:rPr>
              <a:t>设计智能体闭环</a:t>
            </a:r>
            <a:endParaRPr/>
          </a:p>
        </p:txBody>
      </p:sp>
      <p:sp>
        <p:nvSpPr>
          <p:cNvPr id="451" name="" descr="{&quot;isTemplate&quot;:true,&quot;type&quot;:&quot;text&quot;}"/>
          <p:cNvSpPr txBox="1"/>
          <p:nvPr/>
        </p:nvSpPr>
        <p:spPr>
          <a:xfrm rot="0" flipH="0" flipV="0">
            <a:off x="8315325" y="3829050"/>
            <a:ext cx="3019425" cy="3714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500">
                <a:solidFill>
                  <a:srgbClr val="FFFFFF">
                    <a:alpha val="80000"/>
                  </a:srgbClr>
                </a:solidFill>
                <a:latin typeface="Microsoft YaHei"/>
                <a:ea typeface="Microsoft YaHei"/>
              </a:rPr>
              <a:t>从被动问答到主动陪伴</a:t>
            </a:r>
            <a:endParaRPr/>
          </a:p>
        </p:txBody>
      </p:sp>
      <p:sp>
        <p:nvSpPr>
          <p:cNvPr id="452" name=""/>
          <p:cNvSpPr/>
          <p:nvPr/>
        </p:nvSpPr>
        <p:spPr>
          <a:xfrm rot="0" flipH="0" flipV="0">
            <a:off x="8315325" y="4781550"/>
            <a:ext cx="457200" cy="38100"/>
          </a:xfrm>
          <a:prstGeom prst="roundRect">
            <a:avLst>
              <a:gd name="adj" fmla="val 50000"/>
            </a:avLst>
          </a:prstGeom>
          <a:solidFill>
            <a:srgbClr val="5FD3E8"/>
          </a:solidFill>
          <a:ln/>
        </p:spPr>
        <p:txBody>
          <a:bodyPr/>
          <a:p>
            <a:pPr/>
            <a:endParaRPr/>
          </a:p>
        </p:txBody>
      </p:sp>
      <p:sp>
        <p:nvSpPr>
          <p:cNvPr id="453" name=""/>
          <p:cNvSpPr/>
          <p:nvPr/>
        </p:nvSpPr>
        <p:spPr>
          <a:xfrm rot="0" flipH="0" flipV="0">
            <a:off x="609600" y="5334000"/>
            <a:ext cx="10972800" cy="609600"/>
          </a:xfrm>
          <a:prstGeom prst="roundRect">
            <a:avLst>
              <a:gd name="adj" fmla="val 15625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5FD3E8">
                <a:alpha val="38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454" name="" descr="{&quot;isTemplate&quot;:true,&quot;type&quot;:&quot;text&quot;}"/>
          <p:cNvSpPr txBox="1"/>
          <p:nvPr/>
        </p:nvSpPr>
        <p:spPr>
          <a:xfrm rot="0" flipH="0" flipV="0">
            <a:off x="3314700" y="5514975"/>
            <a:ext cx="557212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 spc="113">
                <a:solidFill>
                  <a:srgbClr val="5FD3E8"/>
                </a:solidFill>
                <a:latin typeface="Consolas"/>
                <a:ea typeface="Consolas"/>
              </a:rPr>
              <a:t>Data → Event → State → Agent → Intervention</a:t>
            </a:r>
            <a:endParaRPr/>
          </a:p>
        </p:txBody>
      </p:sp>
      <p:sp>
        <p:nvSpPr>
          <p:cNvPr id="455" name="" descr="{&quot;isTemplate&quot;:true,&quot;type&quot;:&quot;text&quot;}"/>
          <p:cNvSpPr txBox="1"/>
          <p:nvPr/>
        </p:nvSpPr>
        <p:spPr>
          <a:xfrm rot="0" flipH="0" flipV="0">
            <a:off x="609600" y="6200775"/>
            <a:ext cx="9620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spc="38">
                <a:solidFill>
                  <a:srgbClr val="FFFFFF">
                    <a:alpha val="45000"/>
                  </a:srgbClr>
                </a:solidFill>
                <a:latin typeface="Microsoft YaHei"/>
                <a:ea typeface="Microsoft YaHei"/>
              </a:rPr>
              <a:t>总结</a:t>
            </a:r>
            <a:r>
              <a:rPr lang="en-US" sz="1050" spc="38">
                <a:solidFill>
                  <a:srgbClr val="FFFFFF">
                    <a:alpha val="45000"/>
                  </a:srgbClr>
                </a:solidFill>
                <a:latin typeface="Microsoft YaHei"/>
                <a:ea typeface="Microsoft YaHei"/>
              </a:rPr>
              <a:t> · </a:t>
            </a:r>
            <a:r>
              <a:rPr lang="zh-CN" sz="1050" spc="38">
                <a:solidFill>
                  <a:srgbClr val="FFFFFF">
                    <a:alpha val="45000"/>
                  </a:srgbClr>
                </a:solidFill>
                <a:latin typeface="Microsoft YaHei"/>
                <a:ea typeface="Microsoft YaHei"/>
              </a:rPr>
              <a:t>核心贡献</a:t>
            </a:r>
            <a:endParaRPr/>
          </a:p>
        </p:txBody>
      </p:sp>
      <p:sp>
        <p:nvSpPr>
          <p:cNvPr id="456" name="" descr="{&quot;isTemplate&quot;:true,&quot;type&quot;:&quot;text&quot;}"/>
          <p:cNvSpPr txBox="1"/>
          <p:nvPr/>
        </p:nvSpPr>
        <p:spPr>
          <a:xfrm rot="0" flipH="0" flipV="0">
            <a:off x="11077575" y="6200775"/>
            <a:ext cx="5048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 spc="38">
                <a:solidFill>
                  <a:srgbClr val="FFFFFF">
                    <a:alpha val="55000"/>
                  </a:srgbClr>
                </a:solidFill>
                <a:latin typeface="Microsoft YaHei"/>
                <a:ea typeface="Microsoft YaHei"/>
              </a:rPr>
              <a:t>09 / 09</a:t>
            </a:r>
            <a:endParaRPr/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Tencent office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2026-09-13T18:10:46Z</dcterms:created>
  <dcterms:modified xsi:type="dcterms:W3CDTF">2026-09-13T18:10:46Z</dcterms:modified>
</cp:coreProperties>
</file>